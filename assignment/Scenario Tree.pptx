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F4FCA-B525-1920-1433-873E21924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C4E5BD-B9AF-394C-8051-E35AB575D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FC7720-5AB5-1C1C-AF99-44C2B3A06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DDE-42D3-43E0-8A4F-547E090F8624}" type="datetimeFigureOut">
              <a:rPr lang="en-GB" smtClean="0"/>
              <a:t>18/03/2024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88FA3-CC48-F4F6-C234-7C4DA4F99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80CCC5-7E1C-050F-D764-F7BF0017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29E2-1BF6-4E29-87D2-F9D1D6279B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689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61B136-BB75-5FE2-2DBC-EC6E58E3D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7F4698-E746-636D-AB2B-40189C652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D2F235-373B-A0D9-3D2B-605FF4A29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DDE-42D3-43E0-8A4F-547E090F8624}" type="datetimeFigureOut">
              <a:rPr lang="en-GB" smtClean="0"/>
              <a:t>18/03/2024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A51684-C3F2-54F6-A2E9-8F2811B4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E2825B-DDDE-862B-79B0-8D068A251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29E2-1BF6-4E29-87D2-F9D1D6279B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211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38BDD8-90BD-A004-EDDD-70ECA8FC8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D13115-15DE-87B8-0B16-6E04B9A88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CA2AC-D57B-AD43-43C8-5BC6BCBA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DDE-42D3-43E0-8A4F-547E090F8624}" type="datetimeFigureOut">
              <a:rPr lang="en-GB" smtClean="0"/>
              <a:t>18/03/2024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EE629A-A59D-1851-AA93-382B6E438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B28753-FB6C-1DDF-742A-122EF9B46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29E2-1BF6-4E29-87D2-F9D1D6279B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3206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7800CD-435A-E2F2-6D29-4C03888B9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760D6F-0F9B-82EB-D3DE-93F591D20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A05021-6C36-F63E-8A16-18CA9FFAC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6C3690-F2CC-4104-9F1F-CBBDF4756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DDE-42D3-43E0-8A4F-547E090F8624}" type="datetimeFigureOut">
              <a:rPr lang="en-GB" smtClean="0"/>
              <a:t>18/03/2024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8B69F7-C678-1204-C75F-F098873AC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CDE1FD-21A0-8569-8CF6-F9FAE3B3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29E2-1BF6-4E29-87D2-F9D1D6279B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81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3CF3AF-45F0-2403-D60E-60032C4C0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F57F4-E0A2-A01F-4308-040DC225F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18381B-C99C-9F1C-08B2-AA0BE62BD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EAF0849-88BA-93B5-7658-8A97FE196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FD6045-FF5A-703A-FC59-F329168E9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298841E-E08F-F67E-788D-4DFF0F4D3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DDE-42D3-43E0-8A4F-547E090F8624}" type="datetimeFigureOut">
              <a:rPr lang="en-GB" smtClean="0"/>
              <a:t>18/03/2024</a:t>
            </a:fld>
            <a:endParaRPr lang="en-GB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0CF5CC-7700-6E06-7AB3-225F015C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DB897C4-4179-C8D6-7818-F7FEA372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29E2-1BF6-4E29-87D2-F9D1D6279B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291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CADDE-78C0-F569-A628-D704B0011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57673A-34DB-B785-C7B4-2FDA3FB99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DDE-42D3-43E0-8A4F-547E090F8624}" type="datetimeFigureOut">
              <a:rPr lang="en-GB" smtClean="0"/>
              <a:t>18/03/2024</a:t>
            </a:fld>
            <a:endParaRPr lang="en-GB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96AF4F-A4A9-700D-4859-BBD9B69D4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9CA2AD-60A1-CB8B-19DA-00F58639A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29E2-1BF6-4E29-87D2-F9D1D6279B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720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0DC552-05E4-A9A0-123C-91B91D6E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DDE-42D3-43E0-8A4F-547E090F8624}" type="datetimeFigureOut">
              <a:rPr lang="en-GB" smtClean="0"/>
              <a:t>18/03/2024</a:t>
            </a:fld>
            <a:endParaRPr lang="en-GB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421F89A-FD14-F49E-DDA0-4BED5B9CE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0D236F-69A1-8B1E-D33D-6FE25C6BE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29E2-1BF6-4E29-87D2-F9D1D6279B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811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A8B769-6B7B-D8F0-E69F-9A389E02F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04EACC-C879-8CFB-E55A-0F4299F77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95ACE8-0578-453B-DFCE-DA0EBD9F5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2DA612-CC13-381D-77C5-A5C8323DC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DDE-42D3-43E0-8A4F-547E090F8624}" type="datetimeFigureOut">
              <a:rPr lang="en-GB" smtClean="0"/>
              <a:t>18/03/2024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0A623D-D2D2-0DE2-3715-5CA3081DE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E3E45F-B489-5664-7605-02D73702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29E2-1BF6-4E29-87D2-F9D1D6279B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51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41356-AE35-B178-4DF5-76E61A63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262E77-05C9-3472-14B6-B2BFBB5809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B261CC-B8F8-AAF6-C85A-3682EA4D9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CE1325-1E9D-F69C-7DB8-47496B110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DDE-42D3-43E0-8A4F-547E090F8624}" type="datetimeFigureOut">
              <a:rPr lang="en-GB" smtClean="0"/>
              <a:t>18/03/2024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6C4BF3-5FC8-9A29-BC00-5D72FAAC3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19C103-DA81-3AB4-EB37-916C5E184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29E2-1BF6-4E29-87D2-F9D1D6279B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8769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DF74A-D03B-30E0-8C94-EA71FEB7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03286D-746C-45EF-B29C-C42E17DB3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01FE49-5CE1-A6DA-C4F0-3934D5CF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DDE-42D3-43E0-8A4F-547E090F8624}" type="datetimeFigureOut">
              <a:rPr lang="en-GB" smtClean="0"/>
              <a:t>18/03/2024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4D31AB-3C43-CBF7-A9BB-285F87C1F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207886-B09B-6243-F1BB-CA077F8E1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29E2-1BF6-4E29-87D2-F9D1D6279B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60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2566F2-528D-79F5-BFA9-170268B2D4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BEAB9A-57C0-EFA6-7B5B-18B2CD6EC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2BAC3A-4A91-3E6F-6605-34E352CA9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DDE-42D3-43E0-8A4F-547E090F8624}" type="datetimeFigureOut">
              <a:rPr lang="en-GB" smtClean="0"/>
              <a:t>18/03/2024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4C4267-E37D-5ADF-ED4E-FD12088D8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320604-CC97-1BE4-E882-8AAC45DF8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829E2-1BF6-4E29-87D2-F9D1D6279B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083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7C64EA-7AEC-32D3-CA97-DD533E01C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627486-213D-2C0A-B613-4F7848547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F213D3-ABBD-509B-40A1-9556F88BF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77DDE-42D3-43E0-8A4F-547E090F8624}" type="datetimeFigureOut">
              <a:rPr lang="en-GB" smtClean="0"/>
              <a:t>18/03/2024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6BB292-5F9B-5481-D82E-C13F8A411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C6E0AD-BF37-0DCC-8941-808FFFFE0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829E2-1BF6-4E29-87D2-F9D1D6279B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47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F3FE0D1-88E6-3328-EFE9-4E7D392D78D3}"/>
              </a:ext>
            </a:extLst>
          </p:cNvPr>
          <p:cNvGrpSpPr/>
          <p:nvPr/>
        </p:nvGrpSpPr>
        <p:grpSpPr>
          <a:xfrm>
            <a:off x="263352" y="980728"/>
            <a:ext cx="9976404" cy="5109484"/>
            <a:chOff x="623392" y="1127828"/>
            <a:chExt cx="9976404" cy="5109484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8D97C4C-A281-91FE-29D2-66603F473006}"/>
                </a:ext>
              </a:extLst>
            </p:cNvPr>
            <p:cNvSpPr/>
            <p:nvPr/>
          </p:nvSpPr>
          <p:spPr>
            <a:xfrm>
              <a:off x="695400" y="3867206"/>
              <a:ext cx="576064" cy="288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(0,0)</a:t>
              </a:r>
              <a:endParaRPr lang="en-GB" dirty="0"/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3DEB8D98-132A-6BB8-9980-B3FD47139A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400" y="5829589"/>
              <a:ext cx="9505056" cy="11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3898CDE-1AAE-CBB3-355C-CD49DC8B2F30}"/>
                </a:ext>
              </a:extLst>
            </p:cNvPr>
            <p:cNvSpPr txBox="1"/>
            <p:nvPr/>
          </p:nvSpPr>
          <p:spPr>
            <a:xfrm>
              <a:off x="9801116" y="5867980"/>
              <a:ext cx="7986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Stages</a:t>
              </a: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DC5D5E27-4086-62AA-2007-57CAE614713E}"/>
                </a:ext>
              </a:extLst>
            </p:cNvPr>
            <p:cNvCxnSpPr>
              <a:cxnSpLocks/>
              <a:stCxn id="4" idx="3"/>
              <a:endCxn id="15" idx="1"/>
            </p:cNvCxnSpPr>
            <p:nvPr/>
          </p:nvCxnSpPr>
          <p:spPr>
            <a:xfrm flipV="1">
              <a:off x="1271464" y="3353862"/>
              <a:ext cx="1620180" cy="657357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6CDD8CF-3544-38A8-8D7B-D1F861E0C8FB}"/>
                </a:ext>
              </a:extLst>
            </p:cNvPr>
            <p:cNvSpPr txBox="1"/>
            <p:nvPr/>
          </p:nvSpPr>
          <p:spPr>
            <a:xfrm>
              <a:off x="2796497" y="2966084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[0.05,0.06]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ADDA7E7-EA15-D7C9-57A5-8C7147554E02}"/>
                </a:ext>
              </a:extLst>
            </p:cNvPr>
            <p:cNvSpPr/>
            <p:nvPr/>
          </p:nvSpPr>
          <p:spPr>
            <a:xfrm>
              <a:off x="2891644" y="3209849"/>
              <a:ext cx="576064" cy="288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(1,1)</a:t>
              </a:r>
              <a:endParaRPr lang="en-GB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9DC6289-77BE-FE9E-083C-5814E5B6828B}"/>
                </a:ext>
              </a:extLst>
            </p:cNvPr>
            <p:cNvSpPr/>
            <p:nvPr/>
          </p:nvSpPr>
          <p:spPr>
            <a:xfrm>
              <a:off x="2891644" y="4659302"/>
              <a:ext cx="576064" cy="288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(1,2)</a:t>
              </a:r>
              <a:endParaRPr lang="en-GB" dirty="0"/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8AF2811-1C19-90E4-5916-5C5E72CC0923}"/>
                </a:ext>
              </a:extLst>
            </p:cNvPr>
            <p:cNvCxnSpPr>
              <a:cxnSpLocks/>
              <a:stCxn id="4" idx="3"/>
              <a:endCxn id="16" idx="1"/>
            </p:cNvCxnSpPr>
            <p:nvPr/>
          </p:nvCxnSpPr>
          <p:spPr>
            <a:xfrm>
              <a:off x="1271464" y="4011219"/>
              <a:ext cx="1620180" cy="792096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E68E9A8-5C94-1BA3-FDB1-4761788E3C68}"/>
                </a:ext>
              </a:extLst>
            </p:cNvPr>
            <p:cNvSpPr/>
            <p:nvPr/>
          </p:nvSpPr>
          <p:spPr>
            <a:xfrm>
              <a:off x="4704903" y="2302744"/>
              <a:ext cx="576064" cy="288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(2,1)</a:t>
              </a:r>
              <a:endParaRPr lang="en-GB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FA8891E-291F-429B-05AA-784F1FA886C4}"/>
                </a:ext>
              </a:extLst>
            </p:cNvPr>
            <p:cNvSpPr/>
            <p:nvPr/>
          </p:nvSpPr>
          <p:spPr>
            <a:xfrm>
              <a:off x="4704903" y="3282999"/>
              <a:ext cx="576064" cy="288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(2,2)</a:t>
              </a:r>
              <a:endParaRPr lang="en-GB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2B1C603-5E59-45E1-118F-208AAB265079}"/>
                </a:ext>
              </a:extLst>
            </p:cNvPr>
            <p:cNvSpPr/>
            <p:nvPr/>
          </p:nvSpPr>
          <p:spPr>
            <a:xfrm>
              <a:off x="4699483" y="4669010"/>
              <a:ext cx="576064" cy="288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(2,3)</a:t>
              </a:r>
              <a:endParaRPr lang="en-GB" dirty="0"/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B9E6FC8E-D84A-A5A2-881F-29E248DA3C4A}"/>
                </a:ext>
              </a:extLst>
            </p:cNvPr>
            <p:cNvCxnSpPr>
              <a:cxnSpLocks/>
              <a:stCxn id="15" idx="3"/>
              <a:endCxn id="24" idx="1"/>
            </p:cNvCxnSpPr>
            <p:nvPr/>
          </p:nvCxnSpPr>
          <p:spPr>
            <a:xfrm flipV="1">
              <a:off x="3467708" y="2446757"/>
              <a:ext cx="1237195" cy="90710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2104FF5-7CD3-81BA-4E99-79FF7F7C4C9D}"/>
                </a:ext>
              </a:extLst>
            </p:cNvPr>
            <p:cNvCxnSpPr>
              <a:cxnSpLocks/>
              <a:stCxn id="15" idx="3"/>
              <a:endCxn id="25" idx="1"/>
            </p:cNvCxnSpPr>
            <p:nvPr/>
          </p:nvCxnSpPr>
          <p:spPr>
            <a:xfrm>
              <a:off x="3467708" y="3353862"/>
              <a:ext cx="1237195" cy="7315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3A0E1A6-44EB-DCF3-4F71-632D45F35AE2}"/>
                </a:ext>
              </a:extLst>
            </p:cNvPr>
            <p:cNvSpPr/>
            <p:nvPr/>
          </p:nvSpPr>
          <p:spPr>
            <a:xfrm>
              <a:off x="6816489" y="1680531"/>
              <a:ext cx="576064" cy="288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(3,1)</a:t>
              </a:r>
              <a:endParaRPr lang="en-GB" dirty="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D2375C1-B927-DF62-FEC1-DF7788D715B2}"/>
                </a:ext>
              </a:extLst>
            </p:cNvPr>
            <p:cNvSpPr/>
            <p:nvPr/>
          </p:nvSpPr>
          <p:spPr>
            <a:xfrm>
              <a:off x="6816080" y="2290000"/>
              <a:ext cx="576064" cy="288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(3,2)</a:t>
              </a:r>
              <a:endParaRPr lang="en-GB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A95D376-A066-24FE-0E31-A69F2F489675}"/>
                </a:ext>
              </a:extLst>
            </p:cNvPr>
            <p:cNvSpPr/>
            <p:nvPr/>
          </p:nvSpPr>
          <p:spPr>
            <a:xfrm>
              <a:off x="6864887" y="3303725"/>
              <a:ext cx="576064" cy="288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3,3)</a:t>
              </a:r>
              <a:endParaRPr lang="en-GB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11BAD2-6A52-9DDF-26EB-5F616524EBF3}"/>
                </a:ext>
              </a:extLst>
            </p:cNvPr>
            <p:cNvSpPr/>
            <p:nvPr/>
          </p:nvSpPr>
          <p:spPr>
            <a:xfrm>
              <a:off x="6865939" y="4683809"/>
              <a:ext cx="576064" cy="288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(3,4)</a:t>
              </a:r>
              <a:endParaRPr lang="en-GB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67A0105-AD10-A67E-698F-81E54CD7F679}"/>
                </a:ext>
              </a:extLst>
            </p:cNvPr>
            <p:cNvSpPr txBox="1"/>
            <p:nvPr/>
          </p:nvSpPr>
          <p:spPr>
            <a:xfrm>
              <a:off x="623392" y="5867980"/>
              <a:ext cx="497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t=0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65C7901-22AF-213A-C9C5-C9F20C76C36A}"/>
                </a:ext>
              </a:extLst>
            </p:cNvPr>
            <p:cNvSpPr txBox="1"/>
            <p:nvPr/>
          </p:nvSpPr>
          <p:spPr>
            <a:xfrm>
              <a:off x="2704164" y="5851854"/>
              <a:ext cx="497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t=1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B655C31-7B87-3777-3B54-24D8E892A44F}"/>
                </a:ext>
              </a:extLst>
            </p:cNvPr>
            <p:cNvSpPr txBox="1"/>
            <p:nvPr/>
          </p:nvSpPr>
          <p:spPr>
            <a:xfrm>
              <a:off x="4784937" y="5829725"/>
              <a:ext cx="497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t=2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F225863-3091-0FEC-228A-8A37E8511707}"/>
                </a:ext>
              </a:extLst>
            </p:cNvPr>
            <p:cNvSpPr txBox="1"/>
            <p:nvPr/>
          </p:nvSpPr>
          <p:spPr>
            <a:xfrm>
              <a:off x="8946482" y="5851854"/>
              <a:ext cx="497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t=4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9F8F4FF-C176-7AFB-0819-EB34DB9E32A9}"/>
                </a:ext>
              </a:extLst>
            </p:cNvPr>
            <p:cNvSpPr/>
            <p:nvPr/>
          </p:nvSpPr>
          <p:spPr>
            <a:xfrm>
              <a:off x="8907485" y="1651326"/>
              <a:ext cx="576064" cy="288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(4,1)</a:t>
              </a:r>
              <a:endParaRPr lang="en-GB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72DE2CED-881B-2794-5695-870477628D4F}"/>
                </a:ext>
              </a:extLst>
            </p:cNvPr>
            <p:cNvSpPr/>
            <p:nvPr/>
          </p:nvSpPr>
          <p:spPr>
            <a:xfrm>
              <a:off x="8907076" y="2260795"/>
              <a:ext cx="576064" cy="288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(4,2)</a:t>
              </a:r>
              <a:endParaRPr lang="en-GB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89EE5646-58E5-D22C-E340-F1CE128C8A68}"/>
                </a:ext>
              </a:extLst>
            </p:cNvPr>
            <p:cNvSpPr/>
            <p:nvPr/>
          </p:nvSpPr>
          <p:spPr>
            <a:xfrm>
              <a:off x="8955883" y="3274520"/>
              <a:ext cx="576064" cy="288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(4,3)</a:t>
              </a:r>
              <a:endParaRPr lang="en-GB" dirty="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D678C385-786F-388F-6693-22DEB9FB5186}"/>
                </a:ext>
              </a:extLst>
            </p:cNvPr>
            <p:cNvSpPr/>
            <p:nvPr/>
          </p:nvSpPr>
          <p:spPr>
            <a:xfrm>
              <a:off x="8956935" y="4654604"/>
              <a:ext cx="576064" cy="288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(4,4)</a:t>
              </a:r>
              <a:endParaRPr lang="en-GB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78D168D-3CDD-1914-4C1B-8F01A5134B70}"/>
                </a:ext>
              </a:extLst>
            </p:cNvPr>
            <p:cNvSpPr/>
            <p:nvPr/>
          </p:nvSpPr>
          <p:spPr>
            <a:xfrm>
              <a:off x="8956935" y="5373223"/>
              <a:ext cx="576064" cy="288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(4,5)</a:t>
              </a:r>
              <a:endParaRPr lang="en-GB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7DCB4E9-D464-9CAC-7083-1C0FE05160B9}"/>
                </a:ext>
              </a:extLst>
            </p:cNvPr>
            <p:cNvSpPr txBox="1"/>
            <p:nvPr/>
          </p:nvSpPr>
          <p:spPr>
            <a:xfrm>
              <a:off x="6865709" y="5817511"/>
              <a:ext cx="497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t=3</a:t>
              </a:r>
            </a:p>
          </p:txBody>
        </p:sp>
        <p:cxnSp>
          <p:nvCxnSpPr>
            <p:cNvPr id="39" name="直接连接符 30">
              <a:extLst>
                <a:ext uri="{FF2B5EF4-FFF2-40B4-BE49-F238E27FC236}">
                  <a16:creationId xmlns:a16="http://schemas.microsoft.com/office/drawing/2014/main" id="{76688B08-91D3-8860-FD21-D4B6C935DBEF}"/>
                </a:ext>
              </a:extLst>
            </p:cNvPr>
            <p:cNvCxnSpPr>
              <a:cxnSpLocks/>
              <a:stCxn id="16" idx="3"/>
              <a:endCxn id="26" idx="1"/>
            </p:cNvCxnSpPr>
            <p:nvPr/>
          </p:nvCxnSpPr>
          <p:spPr>
            <a:xfrm>
              <a:off x="3467708" y="4803315"/>
              <a:ext cx="1231775" cy="9708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3" name="直接连接符 30">
              <a:extLst>
                <a:ext uri="{FF2B5EF4-FFF2-40B4-BE49-F238E27FC236}">
                  <a16:creationId xmlns:a16="http://schemas.microsoft.com/office/drawing/2014/main" id="{9CC19A5C-68DB-A7F9-B216-B7D284183119}"/>
                </a:ext>
              </a:extLst>
            </p:cNvPr>
            <p:cNvCxnSpPr>
              <a:cxnSpLocks/>
              <a:stCxn id="26" idx="3"/>
              <a:endCxn id="7" idx="1"/>
            </p:cNvCxnSpPr>
            <p:nvPr/>
          </p:nvCxnSpPr>
          <p:spPr>
            <a:xfrm>
              <a:off x="5275547" y="4813023"/>
              <a:ext cx="1590392" cy="14799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6" name="直接连接符 30">
              <a:extLst>
                <a:ext uri="{FF2B5EF4-FFF2-40B4-BE49-F238E27FC236}">
                  <a16:creationId xmlns:a16="http://schemas.microsoft.com/office/drawing/2014/main" id="{F09B664B-3D1F-FBDB-67E8-CA63CE2B84B1}"/>
                </a:ext>
              </a:extLst>
            </p:cNvPr>
            <p:cNvCxnSpPr>
              <a:cxnSpLocks/>
              <a:stCxn id="7" idx="3"/>
              <a:endCxn id="30" idx="1"/>
            </p:cNvCxnSpPr>
            <p:nvPr/>
          </p:nvCxnSpPr>
          <p:spPr>
            <a:xfrm flipV="1">
              <a:off x="7442003" y="4798617"/>
              <a:ext cx="1514932" cy="2920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9" name="直接连接符 30">
              <a:extLst>
                <a:ext uri="{FF2B5EF4-FFF2-40B4-BE49-F238E27FC236}">
                  <a16:creationId xmlns:a16="http://schemas.microsoft.com/office/drawing/2014/main" id="{285E4948-B71D-7DE9-02E8-38DEA1370BB7}"/>
                </a:ext>
              </a:extLst>
            </p:cNvPr>
            <p:cNvCxnSpPr>
              <a:cxnSpLocks/>
              <a:stCxn id="7" idx="3"/>
              <a:endCxn id="33" idx="1"/>
            </p:cNvCxnSpPr>
            <p:nvPr/>
          </p:nvCxnSpPr>
          <p:spPr>
            <a:xfrm>
              <a:off x="7442003" y="4827822"/>
              <a:ext cx="1514932" cy="689414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2" name="直接连接符 30">
              <a:extLst>
                <a:ext uri="{FF2B5EF4-FFF2-40B4-BE49-F238E27FC236}">
                  <a16:creationId xmlns:a16="http://schemas.microsoft.com/office/drawing/2014/main" id="{EB3B8E6C-6E4B-8367-8742-CDC047AFC33A}"/>
                </a:ext>
              </a:extLst>
            </p:cNvPr>
            <p:cNvCxnSpPr>
              <a:cxnSpLocks/>
              <a:stCxn id="24" idx="3"/>
              <a:endCxn id="2" idx="1"/>
            </p:cNvCxnSpPr>
            <p:nvPr/>
          </p:nvCxnSpPr>
          <p:spPr>
            <a:xfrm flipV="1">
              <a:off x="5280967" y="1824544"/>
              <a:ext cx="1535522" cy="622213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5" name="直接连接符 30">
              <a:extLst>
                <a:ext uri="{FF2B5EF4-FFF2-40B4-BE49-F238E27FC236}">
                  <a16:creationId xmlns:a16="http://schemas.microsoft.com/office/drawing/2014/main" id="{0EEAC7A1-3ED7-010A-E1E4-B5ED5F5E3ACF}"/>
                </a:ext>
              </a:extLst>
            </p:cNvPr>
            <p:cNvCxnSpPr>
              <a:cxnSpLocks/>
              <a:stCxn id="24" idx="3"/>
              <a:endCxn id="3" idx="1"/>
            </p:cNvCxnSpPr>
            <p:nvPr/>
          </p:nvCxnSpPr>
          <p:spPr>
            <a:xfrm flipV="1">
              <a:off x="5280967" y="2434013"/>
              <a:ext cx="1535113" cy="12744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9" name="直接连接符 30">
              <a:extLst>
                <a:ext uri="{FF2B5EF4-FFF2-40B4-BE49-F238E27FC236}">
                  <a16:creationId xmlns:a16="http://schemas.microsoft.com/office/drawing/2014/main" id="{40B22172-ED1E-A1C0-78C7-91DD4AF3D034}"/>
                </a:ext>
              </a:extLst>
            </p:cNvPr>
            <p:cNvCxnSpPr>
              <a:cxnSpLocks/>
              <a:stCxn id="25" idx="3"/>
              <a:endCxn id="5" idx="1"/>
            </p:cNvCxnSpPr>
            <p:nvPr/>
          </p:nvCxnSpPr>
          <p:spPr>
            <a:xfrm>
              <a:off x="5280967" y="3427012"/>
              <a:ext cx="1583920" cy="20726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2" name="直接连接符 30">
              <a:extLst>
                <a:ext uri="{FF2B5EF4-FFF2-40B4-BE49-F238E27FC236}">
                  <a16:creationId xmlns:a16="http://schemas.microsoft.com/office/drawing/2014/main" id="{243C8660-6BB9-BA2E-5852-CFCFA7F9B25A}"/>
                </a:ext>
              </a:extLst>
            </p:cNvPr>
            <p:cNvCxnSpPr>
              <a:cxnSpLocks/>
              <a:stCxn id="5" idx="3"/>
              <a:endCxn id="29" idx="1"/>
            </p:cNvCxnSpPr>
            <p:nvPr/>
          </p:nvCxnSpPr>
          <p:spPr>
            <a:xfrm flipV="1">
              <a:off x="7440951" y="3418533"/>
              <a:ext cx="1514932" cy="2920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5" name="直接连接符 30">
              <a:extLst>
                <a:ext uri="{FF2B5EF4-FFF2-40B4-BE49-F238E27FC236}">
                  <a16:creationId xmlns:a16="http://schemas.microsoft.com/office/drawing/2014/main" id="{E5912E1F-3F0A-CEF0-EF75-B7F1E9F6A49F}"/>
                </a:ext>
              </a:extLst>
            </p:cNvPr>
            <p:cNvCxnSpPr>
              <a:cxnSpLocks/>
              <a:stCxn id="2" idx="3"/>
              <a:endCxn id="22" idx="1"/>
            </p:cNvCxnSpPr>
            <p:nvPr/>
          </p:nvCxnSpPr>
          <p:spPr>
            <a:xfrm flipV="1">
              <a:off x="7392553" y="1795339"/>
              <a:ext cx="1514932" cy="2920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9" name="直接连接符 30">
              <a:extLst>
                <a:ext uri="{FF2B5EF4-FFF2-40B4-BE49-F238E27FC236}">
                  <a16:creationId xmlns:a16="http://schemas.microsoft.com/office/drawing/2014/main" id="{B1429138-41DF-2390-65A2-63182A2C9FB8}"/>
                </a:ext>
              </a:extLst>
            </p:cNvPr>
            <p:cNvCxnSpPr>
              <a:cxnSpLocks/>
              <a:stCxn id="3" idx="3"/>
              <a:endCxn id="23" idx="1"/>
            </p:cNvCxnSpPr>
            <p:nvPr/>
          </p:nvCxnSpPr>
          <p:spPr>
            <a:xfrm flipV="1">
              <a:off x="7392144" y="2404808"/>
              <a:ext cx="1514932" cy="2920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5" name="文本框 13">
              <a:extLst>
                <a:ext uri="{FF2B5EF4-FFF2-40B4-BE49-F238E27FC236}">
                  <a16:creationId xmlns:a16="http://schemas.microsoft.com/office/drawing/2014/main" id="{6913D2C4-CA6B-96FC-8E66-BB0FEF076A60}"/>
                </a:ext>
              </a:extLst>
            </p:cNvPr>
            <p:cNvSpPr txBox="1"/>
            <p:nvPr/>
          </p:nvSpPr>
          <p:spPr>
            <a:xfrm>
              <a:off x="2772913" y="4397385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[0.01,0.01]</a:t>
              </a:r>
            </a:p>
          </p:txBody>
        </p:sp>
        <p:sp>
          <p:nvSpPr>
            <p:cNvPr id="76" name="文本框 13">
              <a:extLst>
                <a:ext uri="{FF2B5EF4-FFF2-40B4-BE49-F238E27FC236}">
                  <a16:creationId xmlns:a16="http://schemas.microsoft.com/office/drawing/2014/main" id="{8B441E53-82E7-776F-C582-BF029D20EBCC}"/>
                </a:ext>
              </a:extLst>
            </p:cNvPr>
            <p:cNvSpPr txBox="1"/>
            <p:nvPr/>
          </p:nvSpPr>
          <p:spPr>
            <a:xfrm>
              <a:off x="4628644" y="2036202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[0.07,0.06]</a:t>
              </a:r>
            </a:p>
          </p:txBody>
        </p:sp>
        <p:sp>
          <p:nvSpPr>
            <p:cNvPr id="77" name="文本框 13">
              <a:extLst>
                <a:ext uri="{FF2B5EF4-FFF2-40B4-BE49-F238E27FC236}">
                  <a16:creationId xmlns:a16="http://schemas.microsoft.com/office/drawing/2014/main" id="{0452E933-61F0-99C1-30A0-E14AE5A28558}"/>
                </a:ext>
              </a:extLst>
            </p:cNvPr>
            <p:cNvSpPr txBox="1"/>
            <p:nvPr/>
          </p:nvSpPr>
          <p:spPr>
            <a:xfrm>
              <a:off x="6699193" y="1388322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[0.09,0.08]</a:t>
              </a:r>
            </a:p>
          </p:txBody>
        </p:sp>
        <p:sp>
          <p:nvSpPr>
            <p:cNvPr id="78" name="文本框 13">
              <a:extLst>
                <a:ext uri="{FF2B5EF4-FFF2-40B4-BE49-F238E27FC236}">
                  <a16:creationId xmlns:a16="http://schemas.microsoft.com/office/drawing/2014/main" id="{9FCEF08E-509A-1BB1-8145-359A80F1B97D}"/>
                </a:ext>
              </a:extLst>
            </p:cNvPr>
            <p:cNvSpPr txBox="1"/>
            <p:nvPr/>
          </p:nvSpPr>
          <p:spPr>
            <a:xfrm>
              <a:off x="8790189" y="1373007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[0.12,0.11]</a:t>
              </a:r>
            </a:p>
          </p:txBody>
        </p:sp>
        <p:sp>
          <p:nvSpPr>
            <p:cNvPr id="80" name="文本框 13">
              <a:extLst>
                <a:ext uri="{FF2B5EF4-FFF2-40B4-BE49-F238E27FC236}">
                  <a16:creationId xmlns:a16="http://schemas.microsoft.com/office/drawing/2014/main" id="{0C65A737-6CEB-9557-78B4-534E97E4718A}"/>
                </a:ext>
              </a:extLst>
            </p:cNvPr>
            <p:cNvSpPr txBox="1"/>
            <p:nvPr/>
          </p:nvSpPr>
          <p:spPr>
            <a:xfrm>
              <a:off x="6709416" y="2012363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[0.06,0.09]</a:t>
              </a:r>
            </a:p>
          </p:txBody>
        </p:sp>
        <p:sp>
          <p:nvSpPr>
            <p:cNvPr id="81" name="文本框 13">
              <a:extLst>
                <a:ext uri="{FF2B5EF4-FFF2-40B4-BE49-F238E27FC236}">
                  <a16:creationId xmlns:a16="http://schemas.microsoft.com/office/drawing/2014/main" id="{46D0CC77-05C4-6101-8708-797EBCBCA669}"/>
                </a:ext>
              </a:extLst>
            </p:cNvPr>
            <p:cNvSpPr txBox="1"/>
            <p:nvPr/>
          </p:nvSpPr>
          <p:spPr>
            <a:xfrm>
              <a:off x="8838996" y="2004845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[0.05,0.12]</a:t>
              </a:r>
            </a:p>
          </p:txBody>
        </p:sp>
        <p:sp>
          <p:nvSpPr>
            <p:cNvPr id="82" name="文本框 13">
              <a:extLst>
                <a:ext uri="{FF2B5EF4-FFF2-40B4-BE49-F238E27FC236}">
                  <a16:creationId xmlns:a16="http://schemas.microsoft.com/office/drawing/2014/main" id="{1DE80048-E408-9909-065D-B17FA351D9CA}"/>
                </a:ext>
              </a:extLst>
            </p:cNvPr>
            <p:cNvSpPr txBox="1"/>
            <p:nvPr/>
          </p:nvSpPr>
          <p:spPr>
            <a:xfrm>
              <a:off x="4579616" y="3011369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[0.06,0.05]</a:t>
              </a:r>
            </a:p>
          </p:txBody>
        </p:sp>
        <p:sp>
          <p:nvSpPr>
            <p:cNvPr id="83" name="文本框 13">
              <a:extLst>
                <a:ext uri="{FF2B5EF4-FFF2-40B4-BE49-F238E27FC236}">
                  <a16:creationId xmlns:a16="http://schemas.microsoft.com/office/drawing/2014/main" id="{60B9049C-CC2C-035E-5D27-1BEB3A56159A}"/>
                </a:ext>
              </a:extLst>
            </p:cNvPr>
            <p:cNvSpPr txBox="1"/>
            <p:nvPr/>
          </p:nvSpPr>
          <p:spPr>
            <a:xfrm>
              <a:off x="6737705" y="3019746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[0.05,0.07]</a:t>
              </a:r>
            </a:p>
          </p:txBody>
        </p:sp>
        <p:sp>
          <p:nvSpPr>
            <p:cNvPr id="84" name="文本框 13">
              <a:extLst>
                <a:ext uri="{FF2B5EF4-FFF2-40B4-BE49-F238E27FC236}">
                  <a16:creationId xmlns:a16="http://schemas.microsoft.com/office/drawing/2014/main" id="{1CF7FD54-3F27-0F5A-C6FD-2616C83627AA}"/>
                </a:ext>
              </a:extLst>
            </p:cNvPr>
            <p:cNvSpPr txBox="1"/>
            <p:nvPr/>
          </p:nvSpPr>
          <p:spPr>
            <a:xfrm>
              <a:off x="8829689" y="3005894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[0.08,0.04]</a:t>
              </a:r>
            </a:p>
          </p:txBody>
        </p:sp>
        <p:sp>
          <p:nvSpPr>
            <p:cNvPr id="85" name="文本框 13">
              <a:extLst>
                <a:ext uri="{FF2B5EF4-FFF2-40B4-BE49-F238E27FC236}">
                  <a16:creationId xmlns:a16="http://schemas.microsoft.com/office/drawing/2014/main" id="{CB579EEC-263E-A433-686B-26519AC017CA}"/>
                </a:ext>
              </a:extLst>
            </p:cNvPr>
            <p:cNvSpPr txBox="1"/>
            <p:nvPr/>
          </p:nvSpPr>
          <p:spPr>
            <a:xfrm>
              <a:off x="4566450" y="4390967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[0.02,0.01]</a:t>
              </a:r>
            </a:p>
          </p:txBody>
        </p:sp>
        <p:sp>
          <p:nvSpPr>
            <p:cNvPr id="86" name="文本框 13">
              <a:extLst>
                <a:ext uri="{FF2B5EF4-FFF2-40B4-BE49-F238E27FC236}">
                  <a16:creationId xmlns:a16="http://schemas.microsoft.com/office/drawing/2014/main" id="{AA1BF5F1-DAC6-C9DE-6104-8119E1D0FBF9}"/>
                </a:ext>
              </a:extLst>
            </p:cNvPr>
            <p:cNvSpPr txBox="1"/>
            <p:nvPr/>
          </p:nvSpPr>
          <p:spPr>
            <a:xfrm>
              <a:off x="6737704" y="4384591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[0.02,0.02]</a:t>
              </a:r>
            </a:p>
          </p:txBody>
        </p:sp>
        <p:sp>
          <p:nvSpPr>
            <p:cNvPr id="87" name="文本框 13">
              <a:extLst>
                <a:ext uri="{FF2B5EF4-FFF2-40B4-BE49-F238E27FC236}">
                  <a16:creationId xmlns:a16="http://schemas.microsoft.com/office/drawing/2014/main" id="{80A9B98F-03E9-BB3C-B7D2-318180EDDD52}"/>
                </a:ext>
              </a:extLst>
            </p:cNvPr>
            <p:cNvSpPr txBox="1"/>
            <p:nvPr/>
          </p:nvSpPr>
          <p:spPr>
            <a:xfrm>
              <a:off x="8896883" y="4376561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[0.01,0.01]</a:t>
              </a:r>
            </a:p>
          </p:txBody>
        </p:sp>
        <p:sp>
          <p:nvSpPr>
            <p:cNvPr id="88" name="文本框 13">
              <a:extLst>
                <a:ext uri="{FF2B5EF4-FFF2-40B4-BE49-F238E27FC236}">
                  <a16:creationId xmlns:a16="http://schemas.microsoft.com/office/drawing/2014/main" id="{A6550631-0D5A-4CDA-20DF-BD961B5B2F1A}"/>
                </a:ext>
              </a:extLst>
            </p:cNvPr>
            <p:cNvSpPr txBox="1"/>
            <p:nvPr/>
          </p:nvSpPr>
          <p:spPr>
            <a:xfrm>
              <a:off x="8896882" y="5103075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[0.04,0.01]</a:t>
              </a:r>
            </a:p>
          </p:txBody>
        </p:sp>
        <p:sp>
          <p:nvSpPr>
            <p:cNvPr id="89" name="文本框 13">
              <a:extLst>
                <a:ext uri="{FF2B5EF4-FFF2-40B4-BE49-F238E27FC236}">
                  <a16:creationId xmlns:a16="http://schemas.microsoft.com/office/drawing/2014/main" id="{325D3C31-6D25-32B0-DFE4-A003E0FA9B93}"/>
                </a:ext>
              </a:extLst>
            </p:cNvPr>
            <p:cNvSpPr txBox="1"/>
            <p:nvPr/>
          </p:nvSpPr>
          <p:spPr>
            <a:xfrm>
              <a:off x="3945576" y="481794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90" name="文本框 13">
              <a:extLst>
                <a:ext uri="{FF2B5EF4-FFF2-40B4-BE49-F238E27FC236}">
                  <a16:creationId xmlns:a16="http://schemas.microsoft.com/office/drawing/2014/main" id="{9189905D-E9E3-8730-4B98-E491B1E15719}"/>
                </a:ext>
              </a:extLst>
            </p:cNvPr>
            <p:cNvSpPr txBox="1"/>
            <p:nvPr/>
          </p:nvSpPr>
          <p:spPr>
            <a:xfrm>
              <a:off x="6033639" y="4795298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91" name="文本框 13">
              <a:extLst>
                <a:ext uri="{FF2B5EF4-FFF2-40B4-BE49-F238E27FC236}">
                  <a16:creationId xmlns:a16="http://schemas.microsoft.com/office/drawing/2014/main" id="{3E636823-32B5-03E0-8D8A-D52AEB4AD50A}"/>
                </a:ext>
              </a:extLst>
            </p:cNvPr>
            <p:cNvSpPr txBox="1"/>
            <p:nvPr/>
          </p:nvSpPr>
          <p:spPr>
            <a:xfrm>
              <a:off x="6019329" y="3437861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92" name="文本框 13">
              <a:extLst>
                <a:ext uri="{FF2B5EF4-FFF2-40B4-BE49-F238E27FC236}">
                  <a16:creationId xmlns:a16="http://schemas.microsoft.com/office/drawing/2014/main" id="{03E53EC0-BFC4-AFDA-2280-F2EDE4E3156A}"/>
                </a:ext>
              </a:extLst>
            </p:cNvPr>
            <p:cNvSpPr txBox="1"/>
            <p:nvPr/>
          </p:nvSpPr>
          <p:spPr>
            <a:xfrm>
              <a:off x="8149610" y="3447737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93" name="文本框 13">
              <a:extLst>
                <a:ext uri="{FF2B5EF4-FFF2-40B4-BE49-F238E27FC236}">
                  <a16:creationId xmlns:a16="http://schemas.microsoft.com/office/drawing/2014/main" id="{20BECF36-2628-F29E-2BAD-91CE731C3868}"/>
                </a:ext>
              </a:extLst>
            </p:cNvPr>
            <p:cNvSpPr txBox="1"/>
            <p:nvPr/>
          </p:nvSpPr>
          <p:spPr>
            <a:xfrm>
              <a:off x="8149610" y="2398611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94" name="文本框 13">
              <a:extLst>
                <a:ext uri="{FF2B5EF4-FFF2-40B4-BE49-F238E27FC236}">
                  <a16:creationId xmlns:a16="http://schemas.microsoft.com/office/drawing/2014/main" id="{64232636-4918-EFE0-E2C9-0E7B0739DF89}"/>
                </a:ext>
              </a:extLst>
            </p:cNvPr>
            <p:cNvSpPr txBox="1"/>
            <p:nvPr/>
          </p:nvSpPr>
          <p:spPr>
            <a:xfrm>
              <a:off x="8136232" y="182662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95" name="文本框 13">
              <a:extLst>
                <a:ext uri="{FF2B5EF4-FFF2-40B4-BE49-F238E27FC236}">
                  <a16:creationId xmlns:a16="http://schemas.microsoft.com/office/drawing/2014/main" id="{02975062-5E55-6F3E-E616-F115C552994A}"/>
                </a:ext>
              </a:extLst>
            </p:cNvPr>
            <p:cNvSpPr txBox="1"/>
            <p:nvPr/>
          </p:nvSpPr>
          <p:spPr>
            <a:xfrm>
              <a:off x="1867006" y="4420440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0.1</a:t>
              </a:r>
            </a:p>
          </p:txBody>
        </p:sp>
        <p:sp>
          <p:nvSpPr>
            <p:cNvPr id="96" name="文本框 13">
              <a:extLst>
                <a:ext uri="{FF2B5EF4-FFF2-40B4-BE49-F238E27FC236}">
                  <a16:creationId xmlns:a16="http://schemas.microsoft.com/office/drawing/2014/main" id="{6EBAC785-61C1-C82F-483F-C132EF52A100}"/>
                </a:ext>
              </a:extLst>
            </p:cNvPr>
            <p:cNvSpPr txBox="1"/>
            <p:nvPr/>
          </p:nvSpPr>
          <p:spPr>
            <a:xfrm>
              <a:off x="2056511" y="3587103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0.9</a:t>
              </a:r>
            </a:p>
          </p:txBody>
        </p:sp>
        <p:sp>
          <p:nvSpPr>
            <p:cNvPr id="97" name="文本框 13">
              <a:extLst>
                <a:ext uri="{FF2B5EF4-FFF2-40B4-BE49-F238E27FC236}">
                  <a16:creationId xmlns:a16="http://schemas.microsoft.com/office/drawing/2014/main" id="{8BD01B4D-BB75-52E9-C25A-933F967C802B}"/>
                </a:ext>
              </a:extLst>
            </p:cNvPr>
            <p:cNvSpPr txBox="1"/>
            <p:nvPr/>
          </p:nvSpPr>
          <p:spPr>
            <a:xfrm>
              <a:off x="8188571" y="4819862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0.4</a:t>
              </a:r>
            </a:p>
          </p:txBody>
        </p:sp>
        <p:sp>
          <p:nvSpPr>
            <p:cNvPr id="98" name="文本框 13">
              <a:extLst>
                <a:ext uri="{FF2B5EF4-FFF2-40B4-BE49-F238E27FC236}">
                  <a16:creationId xmlns:a16="http://schemas.microsoft.com/office/drawing/2014/main" id="{363C2CE7-05AF-C3DB-F73A-361DEFFF6E44}"/>
                </a:ext>
              </a:extLst>
            </p:cNvPr>
            <p:cNvSpPr txBox="1"/>
            <p:nvPr/>
          </p:nvSpPr>
          <p:spPr>
            <a:xfrm>
              <a:off x="8208983" y="5249997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0.6</a:t>
              </a:r>
            </a:p>
          </p:txBody>
        </p:sp>
        <p:sp>
          <p:nvSpPr>
            <p:cNvPr id="99" name="文本框 13">
              <a:extLst>
                <a:ext uri="{FF2B5EF4-FFF2-40B4-BE49-F238E27FC236}">
                  <a16:creationId xmlns:a16="http://schemas.microsoft.com/office/drawing/2014/main" id="{91CC2AAF-2B8E-E260-C9D9-A3E7F5897196}"/>
                </a:ext>
              </a:extLst>
            </p:cNvPr>
            <p:cNvSpPr txBox="1"/>
            <p:nvPr/>
          </p:nvSpPr>
          <p:spPr>
            <a:xfrm>
              <a:off x="4118602" y="2723254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0.5</a:t>
              </a:r>
            </a:p>
          </p:txBody>
        </p:sp>
        <p:sp>
          <p:nvSpPr>
            <p:cNvPr id="100" name="文本框 13">
              <a:extLst>
                <a:ext uri="{FF2B5EF4-FFF2-40B4-BE49-F238E27FC236}">
                  <a16:creationId xmlns:a16="http://schemas.microsoft.com/office/drawing/2014/main" id="{5F51EF11-4513-CEE7-EDF2-BBB5F2F253B6}"/>
                </a:ext>
              </a:extLst>
            </p:cNvPr>
            <p:cNvSpPr txBox="1"/>
            <p:nvPr/>
          </p:nvSpPr>
          <p:spPr>
            <a:xfrm>
              <a:off x="4013865" y="3368889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0.5</a:t>
              </a:r>
            </a:p>
          </p:txBody>
        </p:sp>
        <p:sp>
          <p:nvSpPr>
            <p:cNvPr id="101" name="文本框 13">
              <a:extLst>
                <a:ext uri="{FF2B5EF4-FFF2-40B4-BE49-F238E27FC236}">
                  <a16:creationId xmlns:a16="http://schemas.microsoft.com/office/drawing/2014/main" id="{902DFAB2-B567-D0D0-14D2-C88627E9026D}"/>
                </a:ext>
              </a:extLst>
            </p:cNvPr>
            <p:cNvSpPr txBox="1"/>
            <p:nvPr/>
          </p:nvSpPr>
          <p:spPr>
            <a:xfrm>
              <a:off x="6129828" y="1982223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0.6</a:t>
              </a:r>
            </a:p>
          </p:txBody>
        </p:sp>
        <p:sp>
          <p:nvSpPr>
            <p:cNvPr id="102" name="文本框 13">
              <a:extLst>
                <a:ext uri="{FF2B5EF4-FFF2-40B4-BE49-F238E27FC236}">
                  <a16:creationId xmlns:a16="http://schemas.microsoft.com/office/drawing/2014/main" id="{2CCA5CCF-BF49-D840-D2DC-8E89A55AEB6E}"/>
                </a:ext>
              </a:extLst>
            </p:cNvPr>
            <p:cNvSpPr txBox="1"/>
            <p:nvPr/>
          </p:nvSpPr>
          <p:spPr>
            <a:xfrm>
              <a:off x="6134106" y="2415477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0.4</a:t>
              </a:r>
            </a:p>
          </p:txBody>
        </p:sp>
        <p:sp>
          <p:nvSpPr>
            <p:cNvPr id="8" name="文本框 9">
              <a:extLst>
                <a:ext uri="{FF2B5EF4-FFF2-40B4-BE49-F238E27FC236}">
                  <a16:creationId xmlns:a16="http://schemas.microsoft.com/office/drawing/2014/main" id="{563A3BC7-E841-29FA-3606-D8AF320C925A}"/>
                </a:ext>
              </a:extLst>
            </p:cNvPr>
            <p:cNvSpPr txBox="1"/>
            <p:nvPr/>
          </p:nvSpPr>
          <p:spPr>
            <a:xfrm>
              <a:off x="5040924" y="1127828"/>
              <a:ext cx="1468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Scenario Tree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4352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175B8782-F107-8D1A-1FE9-D220E5B9277D}"/>
              </a:ext>
            </a:extLst>
          </p:cNvPr>
          <p:cNvGrpSpPr/>
          <p:nvPr/>
        </p:nvGrpSpPr>
        <p:grpSpPr>
          <a:xfrm>
            <a:off x="104949" y="548680"/>
            <a:ext cx="11827197" cy="5014327"/>
            <a:chOff x="104949" y="548680"/>
            <a:chExt cx="11827197" cy="5014327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2E15A7C6-5B59-E80D-64A2-A6CD1DCFB3F8}"/>
                </a:ext>
              </a:extLst>
            </p:cNvPr>
            <p:cNvGrpSpPr/>
            <p:nvPr/>
          </p:nvGrpSpPr>
          <p:grpSpPr>
            <a:xfrm>
              <a:off x="407368" y="548680"/>
              <a:ext cx="11524778" cy="5014327"/>
              <a:chOff x="619894" y="323364"/>
              <a:chExt cx="11524778" cy="5014327"/>
            </a:xfrm>
          </p:grpSpPr>
          <p:grpSp>
            <p:nvGrpSpPr>
              <p:cNvPr id="257" name="Group 256">
                <a:extLst>
                  <a:ext uri="{FF2B5EF4-FFF2-40B4-BE49-F238E27FC236}">
                    <a16:creationId xmlns:a16="http://schemas.microsoft.com/office/drawing/2014/main" id="{AB1BF6F1-723A-AA90-932E-F115C68B04E0}"/>
                  </a:ext>
                </a:extLst>
              </p:cNvPr>
              <p:cNvGrpSpPr/>
              <p:nvPr/>
            </p:nvGrpSpPr>
            <p:grpSpPr>
              <a:xfrm>
                <a:off x="619894" y="692696"/>
                <a:ext cx="11524778" cy="4644995"/>
                <a:chOff x="619894" y="692696"/>
                <a:chExt cx="11524778" cy="4644995"/>
              </a:xfrm>
            </p:grpSpPr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98D97C4C-A281-91FE-29D2-66603F473006}"/>
                    </a:ext>
                  </a:extLst>
                </p:cNvPr>
                <p:cNvSpPr/>
                <p:nvPr/>
              </p:nvSpPr>
              <p:spPr>
                <a:xfrm>
                  <a:off x="619894" y="3108014"/>
                  <a:ext cx="576064" cy="288025"/>
                </a:xfrm>
                <a:prstGeom prst="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bg1"/>
                      </a:solidFill>
                    </a:rPr>
                    <a:t>(0,0)</a:t>
                  </a:r>
                  <a:endParaRPr lang="en-GB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6" name="直接连接符 5">
                  <a:extLst>
                    <a:ext uri="{FF2B5EF4-FFF2-40B4-BE49-F238E27FC236}">
                      <a16:creationId xmlns:a16="http://schemas.microsoft.com/office/drawing/2014/main" id="{3DEB8D98-132A-6BB8-9980-B3FD47139A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9894" y="4904346"/>
                  <a:ext cx="11236746" cy="3682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3898CDE-1AAE-CBB3-355C-CD49DC8B2F30}"/>
                    </a:ext>
                  </a:extLst>
                </p:cNvPr>
                <p:cNvSpPr txBox="1"/>
                <p:nvPr/>
              </p:nvSpPr>
              <p:spPr>
                <a:xfrm>
                  <a:off x="11345992" y="4968359"/>
                  <a:ext cx="7986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b="1" dirty="0"/>
                    <a:t>Stages</a:t>
                  </a:r>
                </a:p>
              </p:txBody>
            </p:sp>
            <p:cxnSp>
              <p:nvCxnSpPr>
                <p:cNvPr id="11" name="直接连接符 10">
                  <a:extLst>
                    <a:ext uri="{FF2B5EF4-FFF2-40B4-BE49-F238E27FC236}">
                      <a16:creationId xmlns:a16="http://schemas.microsoft.com/office/drawing/2014/main" id="{DC5D5E27-4086-62AA-2007-57CAE614713E}"/>
                    </a:ext>
                  </a:extLst>
                </p:cNvPr>
                <p:cNvCxnSpPr>
                  <a:cxnSpLocks/>
                  <a:stCxn id="4" idx="3"/>
                  <a:endCxn id="15" idx="1"/>
                </p:cNvCxnSpPr>
                <p:nvPr/>
              </p:nvCxnSpPr>
              <p:spPr>
                <a:xfrm flipV="1">
                  <a:off x="1195958" y="3236799"/>
                  <a:ext cx="435546" cy="1522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6CDD8CF-3544-38A8-8D7B-D1F861E0C8FB}"/>
                    </a:ext>
                  </a:extLst>
                </p:cNvPr>
                <p:cNvSpPr txBox="1"/>
                <p:nvPr/>
              </p:nvSpPr>
              <p:spPr>
                <a:xfrm>
                  <a:off x="1364949" y="2837889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[0.06,0.07,0.08]</a:t>
                  </a:r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6ADDA7E7-EA15-D7C9-57A5-8C7147554E02}"/>
                    </a:ext>
                  </a:extLst>
                </p:cNvPr>
                <p:cNvSpPr/>
                <p:nvPr/>
              </p:nvSpPr>
              <p:spPr>
                <a:xfrm>
                  <a:off x="1631504" y="3092786"/>
                  <a:ext cx="576064" cy="2880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tx1"/>
                      </a:solidFill>
                    </a:rPr>
                    <a:t>(1,1)</a:t>
                  </a:r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FE68E9A8-5C94-1BA3-FDB1-4761788E3C68}"/>
                    </a:ext>
                  </a:extLst>
                </p:cNvPr>
                <p:cNvSpPr/>
                <p:nvPr/>
              </p:nvSpPr>
              <p:spPr>
                <a:xfrm>
                  <a:off x="2783632" y="2564503"/>
                  <a:ext cx="576064" cy="2880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tx1"/>
                      </a:solidFill>
                    </a:rPr>
                    <a:t>(2,1)</a:t>
                  </a:r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DFA8891E-291F-429B-05AA-784F1FA886C4}"/>
                    </a:ext>
                  </a:extLst>
                </p:cNvPr>
                <p:cNvSpPr/>
                <p:nvPr/>
              </p:nvSpPr>
              <p:spPr>
                <a:xfrm>
                  <a:off x="2783632" y="3645031"/>
                  <a:ext cx="576064" cy="2880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tx1"/>
                      </a:solidFill>
                    </a:rPr>
                    <a:t>(2,2)</a:t>
                  </a:r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8" name="直接连接符 27">
                  <a:extLst>
                    <a:ext uri="{FF2B5EF4-FFF2-40B4-BE49-F238E27FC236}">
                      <a16:creationId xmlns:a16="http://schemas.microsoft.com/office/drawing/2014/main" id="{B9E6FC8E-D84A-A5A2-881F-29E248DA3C4A}"/>
                    </a:ext>
                  </a:extLst>
                </p:cNvPr>
                <p:cNvCxnSpPr>
                  <a:cxnSpLocks/>
                  <a:stCxn id="15" idx="3"/>
                  <a:endCxn id="24" idx="1"/>
                </p:cNvCxnSpPr>
                <p:nvPr/>
              </p:nvCxnSpPr>
              <p:spPr>
                <a:xfrm flipV="1">
                  <a:off x="2207568" y="2708516"/>
                  <a:ext cx="576064" cy="52828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52104FF5-7CD3-81BA-4E99-79FF7F7C4C9D}"/>
                    </a:ext>
                  </a:extLst>
                </p:cNvPr>
                <p:cNvCxnSpPr>
                  <a:cxnSpLocks/>
                  <a:stCxn id="15" idx="3"/>
                  <a:endCxn id="25" idx="1"/>
                </p:cNvCxnSpPr>
                <p:nvPr/>
              </p:nvCxnSpPr>
              <p:spPr>
                <a:xfrm>
                  <a:off x="2207568" y="3236799"/>
                  <a:ext cx="576064" cy="5522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63A0E1A6-44EB-DCF3-4F71-632D45F35AE2}"/>
                    </a:ext>
                  </a:extLst>
                </p:cNvPr>
                <p:cNvSpPr/>
                <p:nvPr/>
              </p:nvSpPr>
              <p:spPr>
                <a:xfrm>
                  <a:off x="3968137" y="3092785"/>
                  <a:ext cx="576064" cy="288025"/>
                </a:xfrm>
                <a:prstGeom prst="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bg1"/>
                      </a:solidFill>
                    </a:rPr>
                    <a:t>(3,2)</a:t>
                  </a:r>
                  <a:endParaRPr lang="en-GB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FD2375C1-B927-DF62-FEC1-DF7788D715B2}"/>
                    </a:ext>
                  </a:extLst>
                </p:cNvPr>
                <p:cNvSpPr/>
                <p:nvPr/>
              </p:nvSpPr>
              <p:spPr>
                <a:xfrm>
                  <a:off x="6023992" y="2495966"/>
                  <a:ext cx="576064" cy="2880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tx1"/>
                      </a:solidFill>
                    </a:rPr>
                    <a:t>(5,2)</a:t>
                  </a:r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DA95D376-A066-24FE-0E31-A69F2F489675}"/>
                    </a:ext>
                  </a:extLst>
                </p:cNvPr>
                <p:cNvSpPr/>
                <p:nvPr/>
              </p:nvSpPr>
              <p:spPr>
                <a:xfrm>
                  <a:off x="6068563" y="3789047"/>
                  <a:ext cx="576064" cy="2880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tx1"/>
                      </a:solidFill>
                    </a:rPr>
                    <a:t>(5,3)</a:t>
                  </a:r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5B11BAD2-6A52-9DDF-26EB-5F616524EBF3}"/>
                    </a:ext>
                  </a:extLst>
                </p:cNvPr>
                <p:cNvSpPr/>
                <p:nvPr/>
              </p:nvSpPr>
              <p:spPr>
                <a:xfrm>
                  <a:off x="7114608" y="3789046"/>
                  <a:ext cx="576064" cy="288025"/>
                </a:xfrm>
                <a:prstGeom prst="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bg1"/>
                      </a:solidFill>
                    </a:rPr>
                    <a:t>(6,3)</a:t>
                  </a:r>
                  <a:endParaRPr lang="en-GB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67A0105-AD10-A67E-698F-81E54CD7F679}"/>
                    </a:ext>
                  </a:extLst>
                </p:cNvPr>
                <p:cNvSpPr txBox="1"/>
                <p:nvPr/>
              </p:nvSpPr>
              <p:spPr>
                <a:xfrm>
                  <a:off x="619894" y="4952708"/>
                  <a:ext cx="49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b="1" dirty="0"/>
                    <a:t>t=0</a:t>
                  </a:r>
                </a:p>
              </p:txBody>
            </p:sp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65C7901-22AF-213A-C9C5-C9F20C76C36A}"/>
                    </a:ext>
                  </a:extLst>
                </p:cNvPr>
                <p:cNvSpPr txBox="1"/>
                <p:nvPr/>
              </p:nvSpPr>
              <p:spPr>
                <a:xfrm>
                  <a:off x="1708404" y="4963144"/>
                  <a:ext cx="49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b="1" dirty="0"/>
                    <a:t>t=1</a:t>
                  </a:r>
                </a:p>
              </p:txBody>
            </p:sp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B655C31-7B87-3777-3B54-24D8E892A44F}"/>
                    </a:ext>
                  </a:extLst>
                </p:cNvPr>
                <p:cNvSpPr txBox="1"/>
                <p:nvPr/>
              </p:nvSpPr>
              <p:spPr>
                <a:xfrm>
                  <a:off x="2796914" y="4937054"/>
                  <a:ext cx="49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b="1" dirty="0"/>
                    <a:t>t=2</a:t>
                  </a:r>
                </a:p>
              </p:txBody>
            </p: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5F225863-3091-0FEC-228A-8A37E8511707}"/>
                    </a:ext>
                  </a:extLst>
                </p:cNvPr>
                <p:cNvSpPr txBox="1"/>
                <p:nvPr/>
              </p:nvSpPr>
              <p:spPr>
                <a:xfrm>
                  <a:off x="4973934" y="4957926"/>
                  <a:ext cx="49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b="1" dirty="0"/>
                    <a:t>t=4</a:t>
                  </a:r>
                </a:p>
              </p:txBody>
            </p:sp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09F8F4FF-C176-7AFB-0819-EB34DB9E32A9}"/>
                    </a:ext>
                  </a:extLst>
                </p:cNvPr>
                <p:cNvSpPr/>
                <p:nvPr/>
              </p:nvSpPr>
              <p:spPr>
                <a:xfrm>
                  <a:off x="5026011" y="3086689"/>
                  <a:ext cx="576064" cy="2880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tx1"/>
                      </a:solidFill>
                    </a:rPr>
                    <a:t>(4,2)</a:t>
                  </a:r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72DE2CED-881B-2794-5695-870477628D4F}"/>
                    </a:ext>
                  </a:extLst>
                </p:cNvPr>
                <p:cNvSpPr/>
                <p:nvPr/>
              </p:nvSpPr>
              <p:spPr>
                <a:xfrm>
                  <a:off x="9340072" y="3767350"/>
                  <a:ext cx="576064" cy="2880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tx1"/>
                      </a:solidFill>
                    </a:rPr>
                    <a:t>(8,3)</a:t>
                  </a:r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89EE5646-58E5-D22C-E340-F1CE128C8A68}"/>
                    </a:ext>
                  </a:extLst>
                </p:cNvPr>
                <p:cNvSpPr/>
                <p:nvPr/>
              </p:nvSpPr>
              <p:spPr>
                <a:xfrm>
                  <a:off x="8191016" y="3784166"/>
                  <a:ext cx="576064" cy="2880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tx1"/>
                      </a:solidFill>
                    </a:rPr>
                    <a:t>(7,3)</a:t>
                  </a:r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7DCB4E9-D464-9CAC-7083-1C0FE05160B9}"/>
                    </a:ext>
                  </a:extLst>
                </p:cNvPr>
                <p:cNvSpPr txBox="1"/>
                <p:nvPr/>
              </p:nvSpPr>
              <p:spPr>
                <a:xfrm>
                  <a:off x="3885424" y="4942272"/>
                  <a:ext cx="49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b="1" dirty="0"/>
                    <a:t>t=3</a:t>
                  </a:r>
                </a:p>
              </p:txBody>
            </p:sp>
            <p:cxnSp>
              <p:nvCxnSpPr>
                <p:cNvPr id="37" name="直接连接符 27">
                  <a:extLst>
                    <a:ext uri="{FF2B5EF4-FFF2-40B4-BE49-F238E27FC236}">
                      <a16:creationId xmlns:a16="http://schemas.microsoft.com/office/drawing/2014/main" id="{1391F7B5-0926-0B8C-9278-7E5DD861F399}"/>
                    </a:ext>
                  </a:extLst>
                </p:cNvPr>
                <p:cNvCxnSpPr>
                  <a:cxnSpLocks/>
                  <a:stCxn id="24" idx="3"/>
                  <a:endCxn id="185" idx="1"/>
                </p:cNvCxnSpPr>
                <p:nvPr/>
              </p:nvCxnSpPr>
              <p:spPr>
                <a:xfrm flipV="1">
                  <a:off x="3359696" y="1874743"/>
                  <a:ext cx="608441" cy="83377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27">
                  <a:extLst>
                    <a:ext uri="{FF2B5EF4-FFF2-40B4-BE49-F238E27FC236}">
                      <a16:creationId xmlns:a16="http://schemas.microsoft.com/office/drawing/2014/main" id="{3BB9A533-BAA1-A038-DC1F-2CABBE9813F1}"/>
                    </a:ext>
                  </a:extLst>
                </p:cNvPr>
                <p:cNvCxnSpPr>
                  <a:cxnSpLocks/>
                  <a:stCxn id="2" idx="3"/>
                  <a:endCxn id="22" idx="1"/>
                </p:cNvCxnSpPr>
                <p:nvPr/>
              </p:nvCxnSpPr>
              <p:spPr>
                <a:xfrm flipV="1">
                  <a:off x="4544201" y="3230702"/>
                  <a:ext cx="481810" cy="609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27">
                  <a:extLst>
                    <a:ext uri="{FF2B5EF4-FFF2-40B4-BE49-F238E27FC236}">
                      <a16:creationId xmlns:a16="http://schemas.microsoft.com/office/drawing/2014/main" id="{E33FEFAE-1EDB-2F2A-F77F-A04C53899E96}"/>
                    </a:ext>
                  </a:extLst>
                </p:cNvPr>
                <p:cNvCxnSpPr>
                  <a:cxnSpLocks/>
                  <a:stCxn id="22" idx="3"/>
                  <a:endCxn id="3" idx="1"/>
                </p:cNvCxnSpPr>
                <p:nvPr/>
              </p:nvCxnSpPr>
              <p:spPr>
                <a:xfrm flipV="1">
                  <a:off x="5602075" y="2639979"/>
                  <a:ext cx="421917" cy="59072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27">
                  <a:extLst>
                    <a:ext uri="{FF2B5EF4-FFF2-40B4-BE49-F238E27FC236}">
                      <a16:creationId xmlns:a16="http://schemas.microsoft.com/office/drawing/2014/main" id="{8B151299-F92B-7D3B-577D-77D3E3B208CF}"/>
                    </a:ext>
                  </a:extLst>
                </p:cNvPr>
                <p:cNvCxnSpPr>
                  <a:cxnSpLocks/>
                  <a:stCxn id="22" idx="3"/>
                  <a:endCxn id="5" idx="1"/>
                </p:cNvCxnSpPr>
                <p:nvPr/>
              </p:nvCxnSpPr>
              <p:spPr>
                <a:xfrm>
                  <a:off x="5602075" y="3230702"/>
                  <a:ext cx="466488" cy="70235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连接符 27">
                  <a:extLst>
                    <a:ext uri="{FF2B5EF4-FFF2-40B4-BE49-F238E27FC236}">
                      <a16:creationId xmlns:a16="http://schemas.microsoft.com/office/drawing/2014/main" id="{1DCB6E0B-10FD-C0A2-6394-C0C07223CD0A}"/>
                    </a:ext>
                  </a:extLst>
                </p:cNvPr>
                <p:cNvCxnSpPr>
                  <a:cxnSpLocks/>
                  <a:stCxn id="5" idx="3"/>
                  <a:endCxn id="7" idx="1"/>
                </p:cNvCxnSpPr>
                <p:nvPr/>
              </p:nvCxnSpPr>
              <p:spPr>
                <a:xfrm flipV="1">
                  <a:off x="6644627" y="3933059"/>
                  <a:ext cx="469981" cy="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" name="矩形 28">
                  <a:extLst>
                    <a:ext uri="{FF2B5EF4-FFF2-40B4-BE49-F238E27FC236}">
                      <a16:creationId xmlns:a16="http://schemas.microsoft.com/office/drawing/2014/main" id="{EB78E7BF-299D-5B0C-BCD9-2EE2459331CE}"/>
                    </a:ext>
                  </a:extLst>
                </p:cNvPr>
                <p:cNvSpPr/>
                <p:nvPr/>
              </p:nvSpPr>
              <p:spPr>
                <a:xfrm>
                  <a:off x="10488488" y="3767349"/>
                  <a:ext cx="576064" cy="288025"/>
                </a:xfrm>
                <a:prstGeom prst="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bg1"/>
                      </a:solidFill>
                    </a:rPr>
                    <a:t>(9,4)</a:t>
                  </a:r>
                  <a:endParaRPr lang="en-GB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73" name="直接连接符 27">
                  <a:extLst>
                    <a:ext uri="{FF2B5EF4-FFF2-40B4-BE49-F238E27FC236}">
                      <a16:creationId xmlns:a16="http://schemas.microsoft.com/office/drawing/2014/main" id="{584352CF-41EE-783B-6AEF-D288E178FF35}"/>
                    </a:ext>
                  </a:extLst>
                </p:cNvPr>
                <p:cNvCxnSpPr>
                  <a:cxnSpLocks/>
                  <a:stCxn id="7" idx="3"/>
                  <a:endCxn id="29" idx="1"/>
                </p:cNvCxnSpPr>
                <p:nvPr/>
              </p:nvCxnSpPr>
              <p:spPr>
                <a:xfrm flipV="1">
                  <a:off x="7690672" y="3928179"/>
                  <a:ext cx="500344" cy="48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27">
                  <a:extLst>
                    <a:ext uri="{FF2B5EF4-FFF2-40B4-BE49-F238E27FC236}">
                      <a16:creationId xmlns:a16="http://schemas.microsoft.com/office/drawing/2014/main" id="{E4699FFE-3F6A-0073-83D9-0B7809B6453F}"/>
                    </a:ext>
                  </a:extLst>
                </p:cNvPr>
                <p:cNvCxnSpPr>
                  <a:cxnSpLocks/>
                  <a:stCxn id="29" idx="3"/>
                  <a:endCxn id="23" idx="1"/>
                </p:cNvCxnSpPr>
                <p:nvPr/>
              </p:nvCxnSpPr>
              <p:spPr>
                <a:xfrm flipV="1">
                  <a:off x="8767080" y="3911363"/>
                  <a:ext cx="572992" cy="1681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27">
                  <a:extLst>
                    <a:ext uri="{FF2B5EF4-FFF2-40B4-BE49-F238E27FC236}">
                      <a16:creationId xmlns:a16="http://schemas.microsoft.com/office/drawing/2014/main" id="{A4678CFF-79FC-3C38-3D52-8A641B16AA5E}"/>
                    </a:ext>
                  </a:extLst>
                </p:cNvPr>
                <p:cNvCxnSpPr>
                  <a:cxnSpLocks/>
                  <a:stCxn id="23" idx="3"/>
                  <a:endCxn id="68" idx="1"/>
                </p:cNvCxnSpPr>
                <p:nvPr/>
              </p:nvCxnSpPr>
              <p:spPr>
                <a:xfrm flipV="1">
                  <a:off x="9916136" y="3911362"/>
                  <a:ext cx="572352" cy="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2" name="文本框 20">
                  <a:extLst>
                    <a:ext uri="{FF2B5EF4-FFF2-40B4-BE49-F238E27FC236}">
                      <a16:creationId xmlns:a16="http://schemas.microsoft.com/office/drawing/2014/main" id="{E44B9826-4D81-C008-C971-C1E4146D9555}"/>
                    </a:ext>
                  </a:extLst>
                </p:cNvPr>
                <p:cNvSpPr txBox="1"/>
                <p:nvPr/>
              </p:nvSpPr>
              <p:spPr>
                <a:xfrm>
                  <a:off x="6062444" y="4968359"/>
                  <a:ext cx="49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b="1" dirty="0"/>
                    <a:t>t=5</a:t>
                  </a:r>
                </a:p>
              </p:txBody>
            </p:sp>
            <p:sp>
              <p:nvSpPr>
                <p:cNvPr id="133" name="文本框 20">
                  <a:extLst>
                    <a:ext uri="{FF2B5EF4-FFF2-40B4-BE49-F238E27FC236}">
                      <a16:creationId xmlns:a16="http://schemas.microsoft.com/office/drawing/2014/main" id="{7E9B5273-181F-C826-64DA-F0E0B5EAA745}"/>
                    </a:ext>
                  </a:extLst>
                </p:cNvPr>
                <p:cNvSpPr txBox="1"/>
                <p:nvPr/>
              </p:nvSpPr>
              <p:spPr>
                <a:xfrm>
                  <a:off x="7150954" y="4931836"/>
                  <a:ext cx="49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b="1" dirty="0"/>
                    <a:t>t=6</a:t>
                  </a:r>
                </a:p>
              </p:txBody>
            </p:sp>
            <p:sp>
              <p:nvSpPr>
                <p:cNvPr id="134" name="文本框 20">
                  <a:extLst>
                    <a:ext uri="{FF2B5EF4-FFF2-40B4-BE49-F238E27FC236}">
                      <a16:creationId xmlns:a16="http://schemas.microsoft.com/office/drawing/2014/main" id="{FBEF4E92-007F-CB8C-238D-059BB6C8EEC3}"/>
                    </a:ext>
                  </a:extLst>
                </p:cNvPr>
                <p:cNvSpPr txBox="1"/>
                <p:nvPr/>
              </p:nvSpPr>
              <p:spPr>
                <a:xfrm>
                  <a:off x="8239464" y="4921400"/>
                  <a:ext cx="49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b="1" dirty="0"/>
                    <a:t>t=7</a:t>
                  </a:r>
                </a:p>
              </p:txBody>
            </p:sp>
            <p:sp>
              <p:nvSpPr>
                <p:cNvPr id="135" name="文本框 20">
                  <a:extLst>
                    <a:ext uri="{FF2B5EF4-FFF2-40B4-BE49-F238E27FC236}">
                      <a16:creationId xmlns:a16="http://schemas.microsoft.com/office/drawing/2014/main" id="{D8CEC9D8-BDF1-9828-4716-A0CD8EFFDC52}"/>
                    </a:ext>
                  </a:extLst>
                </p:cNvPr>
                <p:cNvSpPr txBox="1"/>
                <p:nvPr/>
              </p:nvSpPr>
              <p:spPr>
                <a:xfrm>
                  <a:off x="9327974" y="4926618"/>
                  <a:ext cx="49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b="1" dirty="0"/>
                    <a:t>t=8</a:t>
                  </a:r>
                </a:p>
              </p:txBody>
            </p:sp>
            <p:sp>
              <p:nvSpPr>
                <p:cNvPr id="136" name="文本框 20">
                  <a:extLst>
                    <a:ext uri="{FF2B5EF4-FFF2-40B4-BE49-F238E27FC236}">
                      <a16:creationId xmlns:a16="http://schemas.microsoft.com/office/drawing/2014/main" id="{03D87DD0-230A-C5D3-48CA-3C2595B3F2F2}"/>
                    </a:ext>
                  </a:extLst>
                </p:cNvPr>
                <p:cNvSpPr txBox="1"/>
                <p:nvPr/>
              </p:nvSpPr>
              <p:spPr>
                <a:xfrm>
                  <a:off x="10416480" y="4947490"/>
                  <a:ext cx="4972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b="1" dirty="0"/>
                    <a:t>t=9</a:t>
                  </a:r>
                </a:p>
              </p:txBody>
            </p:sp>
            <p:cxnSp>
              <p:nvCxnSpPr>
                <p:cNvPr id="144" name="直接连接符 27">
                  <a:extLst>
                    <a:ext uri="{FF2B5EF4-FFF2-40B4-BE49-F238E27FC236}">
                      <a16:creationId xmlns:a16="http://schemas.microsoft.com/office/drawing/2014/main" id="{7F6F03FE-B0E6-C135-C40E-18B5F87BCE83}"/>
                    </a:ext>
                  </a:extLst>
                </p:cNvPr>
                <p:cNvCxnSpPr>
                  <a:cxnSpLocks/>
                  <a:stCxn id="25" idx="3"/>
                  <a:endCxn id="2" idx="1"/>
                </p:cNvCxnSpPr>
                <p:nvPr/>
              </p:nvCxnSpPr>
              <p:spPr>
                <a:xfrm flipV="1">
                  <a:off x="3359696" y="3236798"/>
                  <a:ext cx="608441" cy="55224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1" name="矩形 6">
                  <a:extLst>
                    <a:ext uri="{FF2B5EF4-FFF2-40B4-BE49-F238E27FC236}">
                      <a16:creationId xmlns:a16="http://schemas.microsoft.com/office/drawing/2014/main" id="{F6D38EAB-2DAA-77C5-2E66-394C6F9D619E}"/>
                    </a:ext>
                  </a:extLst>
                </p:cNvPr>
                <p:cNvSpPr/>
                <p:nvPr/>
              </p:nvSpPr>
              <p:spPr>
                <a:xfrm>
                  <a:off x="7114608" y="2509093"/>
                  <a:ext cx="576064" cy="288025"/>
                </a:xfrm>
                <a:prstGeom prst="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bg1"/>
                      </a:solidFill>
                    </a:rPr>
                    <a:t>(6,2)</a:t>
                  </a:r>
                  <a:endParaRPr lang="en-GB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55" name="直接连接符 27">
                  <a:extLst>
                    <a:ext uri="{FF2B5EF4-FFF2-40B4-BE49-F238E27FC236}">
                      <a16:creationId xmlns:a16="http://schemas.microsoft.com/office/drawing/2014/main" id="{23787AA6-EC7C-2582-DD3B-3E0FED0ACA06}"/>
                    </a:ext>
                  </a:extLst>
                </p:cNvPr>
                <p:cNvCxnSpPr>
                  <a:cxnSpLocks/>
                  <a:stCxn id="3" idx="3"/>
                  <a:endCxn id="151" idx="1"/>
                </p:cNvCxnSpPr>
                <p:nvPr/>
              </p:nvCxnSpPr>
              <p:spPr>
                <a:xfrm>
                  <a:off x="6600056" y="2639979"/>
                  <a:ext cx="514552" cy="1312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直接连接符 27">
                  <a:extLst>
                    <a:ext uri="{FF2B5EF4-FFF2-40B4-BE49-F238E27FC236}">
                      <a16:creationId xmlns:a16="http://schemas.microsoft.com/office/drawing/2014/main" id="{17E4E59A-9B5A-0CC1-01D0-24E5BB8745F3}"/>
                    </a:ext>
                  </a:extLst>
                </p:cNvPr>
                <p:cNvCxnSpPr>
                  <a:cxnSpLocks/>
                  <a:stCxn id="151" idx="3"/>
                  <a:endCxn id="164" idx="1"/>
                </p:cNvCxnSpPr>
                <p:nvPr/>
              </p:nvCxnSpPr>
              <p:spPr>
                <a:xfrm>
                  <a:off x="7690672" y="2653106"/>
                  <a:ext cx="517806" cy="1186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4" name="矩形 28">
                  <a:extLst>
                    <a:ext uri="{FF2B5EF4-FFF2-40B4-BE49-F238E27FC236}">
                      <a16:creationId xmlns:a16="http://schemas.microsoft.com/office/drawing/2014/main" id="{624DA51A-B64D-52B3-73AE-E2A4DE6D508B}"/>
                    </a:ext>
                  </a:extLst>
                </p:cNvPr>
                <p:cNvSpPr/>
                <p:nvPr/>
              </p:nvSpPr>
              <p:spPr>
                <a:xfrm>
                  <a:off x="8208478" y="2520953"/>
                  <a:ext cx="576064" cy="2880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tx1"/>
                      </a:solidFill>
                    </a:rPr>
                    <a:t>(7,2)</a:t>
                  </a:r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66" name="直接连接符 27">
                  <a:extLst>
                    <a:ext uri="{FF2B5EF4-FFF2-40B4-BE49-F238E27FC236}">
                      <a16:creationId xmlns:a16="http://schemas.microsoft.com/office/drawing/2014/main" id="{FCE52436-862B-35D6-AAA4-04035D2009DB}"/>
                    </a:ext>
                  </a:extLst>
                </p:cNvPr>
                <p:cNvCxnSpPr>
                  <a:cxnSpLocks/>
                  <a:stCxn id="164" idx="3"/>
                  <a:endCxn id="177" idx="1"/>
                </p:cNvCxnSpPr>
                <p:nvPr/>
              </p:nvCxnSpPr>
              <p:spPr>
                <a:xfrm flipV="1">
                  <a:off x="8784542" y="2659375"/>
                  <a:ext cx="555530" cy="559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2" name="矩形 29">
                  <a:extLst>
                    <a:ext uri="{FF2B5EF4-FFF2-40B4-BE49-F238E27FC236}">
                      <a16:creationId xmlns:a16="http://schemas.microsoft.com/office/drawing/2014/main" id="{DDEC6CF8-0860-4957-825B-80CC65862530}"/>
                    </a:ext>
                  </a:extLst>
                </p:cNvPr>
                <p:cNvSpPr/>
                <p:nvPr/>
              </p:nvSpPr>
              <p:spPr>
                <a:xfrm>
                  <a:off x="10488488" y="2495966"/>
                  <a:ext cx="576064" cy="288025"/>
                </a:xfrm>
                <a:prstGeom prst="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bg1"/>
                      </a:solidFill>
                    </a:rPr>
                    <a:t>(9,3)</a:t>
                  </a:r>
                  <a:endParaRPr lang="en-GB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73" name="直接连接符 27">
                  <a:extLst>
                    <a:ext uri="{FF2B5EF4-FFF2-40B4-BE49-F238E27FC236}">
                      <a16:creationId xmlns:a16="http://schemas.microsoft.com/office/drawing/2014/main" id="{88E3DCA9-EB38-EB53-EB21-0584E1111073}"/>
                    </a:ext>
                  </a:extLst>
                </p:cNvPr>
                <p:cNvCxnSpPr>
                  <a:cxnSpLocks/>
                  <a:stCxn id="177" idx="3"/>
                  <a:endCxn id="172" idx="1"/>
                </p:cNvCxnSpPr>
                <p:nvPr/>
              </p:nvCxnSpPr>
              <p:spPr>
                <a:xfrm flipV="1">
                  <a:off x="9916136" y="2639979"/>
                  <a:ext cx="572352" cy="1939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7" name="矩形 22">
                  <a:extLst>
                    <a:ext uri="{FF2B5EF4-FFF2-40B4-BE49-F238E27FC236}">
                      <a16:creationId xmlns:a16="http://schemas.microsoft.com/office/drawing/2014/main" id="{9F548F01-0A6B-CCB5-4E8A-596954C769DA}"/>
                    </a:ext>
                  </a:extLst>
                </p:cNvPr>
                <p:cNvSpPr/>
                <p:nvPr/>
              </p:nvSpPr>
              <p:spPr>
                <a:xfrm>
                  <a:off x="9340072" y="2515362"/>
                  <a:ext cx="576064" cy="2880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tx1"/>
                      </a:solidFill>
                    </a:rPr>
                    <a:t>(8,2)</a:t>
                  </a:r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5" name="矩形 1">
                  <a:extLst>
                    <a:ext uri="{FF2B5EF4-FFF2-40B4-BE49-F238E27FC236}">
                      <a16:creationId xmlns:a16="http://schemas.microsoft.com/office/drawing/2014/main" id="{B6287DAE-D7D6-57E3-935D-624DC4EC554D}"/>
                    </a:ext>
                  </a:extLst>
                </p:cNvPr>
                <p:cNvSpPr/>
                <p:nvPr/>
              </p:nvSpPr>
              <p:spPr>
                <a:xfrm>
                  <a:off x="3968137" y="1730730"/>
                  <a:ext cx="576064" cy="288025"/>
                </a:xfrm>
                <a:prstGeom prst="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bg1"/>
                      </a:solidFill>
                    </a:rPr>
                    <a:t>(3,1)</a:t>
                  </a:r>
                  <a:endParaRPr lang="en-GB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7" name="矩形 21">
                  <a:extLst>
                    <a:ext uri="{FF2B5EF4-FFF2-40B4-BE49-F238E27FC236}">
                      <a16:creationId xmlns:a16="http://schemas.microsoft.com/office/drawing/2014/main" id="{62AC6842-ED8D-30DA-ACFE-10052A0AACDF}"/>
                    </a:ext>
                  </a:extLst>
                </p:cNvPr>
                <p:cNvSpPr/>
                <p:nvPr/>
              </p:nvSpPr>
              <p:spPr>
                <a:xfrm>
                  <a:off x="5042861" y="1385350"/>
                  <a:ext cx="576064" cy="2880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tx1"/>
                      </a:solidFill>
                    </a:rPr>
                    <a:t>(4,1)</a:t>
                  </a:r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8" name="矩形 2">
                  <a:extLst>
                    <a:ext uri="{FF2B5EF4-FFF2-40B4-BE49-F238E27FC236}">
                      <a16:creationId xmlns:a16="http://schemas.microsoft.com/office/drawing/2014/main" id="{D0B9836D-BD39-5EA8-4B63-2967230C8489}"/>
                    </a:ext>
                  </a:extLst>
                </p:cNvPr>
                <p:cNvSpPr/>
                <p:nvPr/>
              </p:nvSpPr>
              <p:spPr>
                <a:xfrm>
                  <a:off x="6023992" y="1402355"/>
                  <a:ext cx="576064" cy="2880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tx1"/>
                      </a:solidFill>
                    </a:rPr>
                    <a:t>(5,1)</a:t>
                  </a:r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9" name="矩形 6">
                  <a:extLst>
                    <a:ext uri="{FF2B5EF4-FFF2-40B4-BE49-F238E27FC236}">
                      <a16:creationId xmlns:a16="http://schemas.microsoft.com/office/drawing/2014/main" id="{7A352A78-AB1C-9F0F-9082-F071A7162512}"/>
                    </a:ext>
                  </a:extLst>
                </p:cNvPr>
                <p:cNvSpPr/>
                <p:nvPr/>
              </p:nvSpPr>
              <p:spPr>
                <a:xfrm>
                  <a:off x="7128785" y="1398477"/>
                  <a:ext cx="576064" cy="288025"/>
                </a:xfrm>
                <a:prstGeom prst="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bg1"/>
                      </a:solidFill>
                    </a:rPr>
                    <a:t>(6,1)</a:t>
                  </a:r>
                  <a:endParaRPr lang="en-GB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90" name="直接连接符 27">
                  <a:extLst>
                    <a:ext uri="{FF2B5EF4-FFF2-40B4-BE49-F238E27FC236}">
                      <a16:creationId xmlns:a16="http://schemas.microsoft.com/office/drawing/2014/main" id="{66295267-5851-EFBB-E4DA-170C9CDCC543}"/>
                    </a:ext>
                  </a:extLst>
                </p:cNvPr>
                <p:cNvCxnSpPr>
                  <a:cxnSpLocks/>
                  <a:stCxn id="188" idx="3"/>
                  <a:endCxn id="189" idx="1"/>
                </p:cNvCxnSpPr>
                <p:nvPr/>
              </p:nvCxnSpPr>
              <p:spPr>
                <a:xfrm flipV="1">
                  <a:off x="6600056" y="1542490"/>
                  <a:ext cx="528729" cy="387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直接连接符 27">
                  <a:extLst>
                    <a:ext uri="{FF2B5EF4-FFF2-40B4-BE49-F238E27FC236}">
                      <a16:creationId xmlns:a16="http://schemas.microsoft.com/office/drawing/2014/main" id="{26172229-3E8E-9D09-6660-C81F20A32E51}"/>
                    </a:ext>
                  </a:extLst>
                </p:cNvPr>
                <p:cNvCxnSpPr>
                  <a:cxnSpLocks/>
                  <a:stCxn id="189" idx="3"/>
                  <a:endCxn id="192" idx="1"/>
                </p:cNvCxnSpPr>
                <p:nvPr/>
              </p:nvCxnSpPr>
              <p:spPr>
                <a:xfrm>
                  <a:off x="7704849" y="1542490"/>
                  <a:ext cx="514849" cy="1186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2" name="矩形 28">
                  <a:extLst>
                    <a:ext uri="{FF2B5EF4-FFF2-40B4-BE49-F238E27FC236}">
                      <a16:creationId xmlns:a16="http://schemas.microsoft.com/office/drawing/2014/main" id="{AE128695-F972-2398-053F-79D970AAA964}"/>
                    </a:ext>
                  </a:extLst>
                </p:cNvPr>
                <p:cNvSpPr/>
                <p:nvPr/>
              </p:nvSpPr>
              <p:spPr>
                <a:xfrm>
                  <a:off x="8219698" y="1410337"/>
                  <a:ext cx="576064" cy="2880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tx1"/>
                      </a:solidFill>
                    </a:rPr>
                    <a:t>(7,1)</a:t>
                  </a:r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93" name="直接连接符 27">
                  <a:extLst>
                    <a:ext uri="{FF2B5EF4-FFF2-40B4-BE49-F238E27FC236}">
                      <a16:creationId xmlns:a16="http://schemas.microsoft.com/office/drawing/2014/main" id="{0C7E6AAB-EE5D-1CB3-731D-B29666463280}"/>
                    </a:ext>
                  </a:extLst>
                </p:cNvPr>
                <p:cNvCxnSpPr>
                  <a:cxnSpLocks/>
                  <a:stCxn id="192" idx="3"/>
                  <a:endCxn id="196" idx="1"/>
                </p:cNvCxnSpPr>
                <p:nvPr/>
              </p:nvCxnSpPr>
              <p:spPr>
                <a:xfrm flipV="1">
                  <a:off x="8795762" y="1548759"/>
                  <a:ext cx="498660" cy="559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4" name="矩形 29">
                  <a:extLst>
                    <a:ext uri="{FF2B5EF4-FFF2-40B4-BE49-F238E27FC236}">
                      <a16:creationId xmlns:a16="http://schemas.microsoft.com/office/drawing/2014/main" id="{916AFC97-28C7-7276-D857-53412FBE9D46}"/>
                    </a:ext>
                  </a:extLst>
                </p:cNvPr>
                <p:cNvSpPr/>
                <p:nvPr/>
              </p:nvSpPr>
              <p:spPr>
                <a:xfrm>
                  <a:off x="10419217" y="1013609"/>
                  <a:ext cx="576064" cy="288025"/>
                </a:xfrm>
                <a:prstGeom prst="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bg1"/>
                      </a:solidFill>
                    </a:rPr>
                    <a:t>(9,1)</a:t>
                  </a:r>
                  <a:endParaRPr lang="en-GB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95" name="直接连接符 27">
                  <a:extLst>
                    <a:ext uri="{FF2B5EF4-FFF2-40B4-BE49-F238E27FC236}">
                      <a16:creationId xmlns:a16="http://schemas.microsoft.com/office/drawing/2014/main" id="{89F776AD-130E-2D17-C7DB-6447C52F9C89}"/>
                    </a:ext>
                  </a:extLst>
                </p:cNvPr>
                <p:cNvCxnSpPr>
                  <a:cxnSpLocks/>
                  <a:stCxn id="196" idx="3"/>
                  <a:endCxn id="194" idx="1"/>
                </p:cNvCxnSpPr>
                <p:nvPr/>
              </p:nvCxnSpPr>
              <p:spPr>
                <a:xfrm flipV="1">
                  <a:off x="9870486" y="1157622"/>
                  <a:ext cx="548731" cy="3911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6" name="矩形 22">
                  <a:extLst>
                    <a:ext uri="{FF2B5EF4-FFF2-40B4-BE49-F238E27FC236}">
                      <a16:creationId xmlns:a16="http://schemas.microsoft.com/office/drawing/2014/main" id="{5D575878-4B19-F274-5D32-DD7205D53AB6}"/>
                    </a:ext>
                  </a:extLst>
                </p:cNvPr>
                <p:cNvSpPr/>
                <p:nvPr/>
              </p:nvSpPr>
              <p:spPr>
                <a:xfrm>
                  <a:off x="9294422" y="1404746"/>
                  <a:ext cx="576064" cy="2880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tx1"/>
                      </a:solidFill>
                    </a:rPr>
                    <a:t>(8,1)</a:t>
                  </a:r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97" name="直接连接符 27">
                  <a:extLst>
                    <a:ext uri="{FF2B5EF4-FFF2-40B4-BE49-F238E27FC236}">
                      <a16:creationId xmlns:a16="http://schemas.microsoft.com/office/drawing/2014/main" id="{78DBC704-DE3F-A88F-177D-F026FEBDBE95}"/>
                    </a:ext>
                  </a:extLst>
                </p:cNvPr>
                <p:cNvCxnSpPr>
                  <a:cxnSpLocks/>
                  <a:stCxn id="185" idx="3"/>
                  <a:endCxn id="187" idx="1"/>
                </p:cNvCxnSpPr>
                <p:nvPr/>
              </p:nvCxnSpPr>
              <p:spPr>
                <a:xfrm flipV="1">
                  <a:off x="4544201" y="1529363"/>
                  <a:ext cx="498660" cy="3453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直接连接符 27">
                  <a:extLst>
                    <a:ext uri="{FF2B5EF4-FFF2-40B4-BE49-F238E27FC236}">
                      <a16:creationId xmlns:a16="http://schemas.microsoft.com/office/drawing/2014/main" id="{1D01ED26-A71A-F1D8-2B90-75D13FE2F4DC}"/>
                    </a:ext>
                  </a:extLst>
                </p:cNvPr>
                <p:cNvCxnSpPr>
                  <a:cxnSpLocks/>
                  <a:stCxn id="187" idx="3"/>
                  <a:endCxn id="188" idx="1"/>
                </p:cNvCxnSpPr>
                <p:nvPr/>
              </p:nvCxnSpPr>
              <p:spPr>
                <a:xfrm>
                  <a:off x="5618925" y="1529363"/>
                  <a:ext cx="405067" cy="1700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4" name="文本框 13">
                  <a:extLst>
                    <a:ext uri="{FF2B5EF4-FFF2-40B4-BE49-F238E27FC236}">
                      <a16:creationId xmlns:a16="http://schemas.microsoft.com/office/drawing/2014/main" id="{AFEB20BB-C0DA-80C9-5F65-68BAC49D0400}"/>
                    </a:ext>
                  </a:extLst>
                </p:cNvPr>
                <p:cNvSpPr txBox="1"/>
                <p:nvPr/>
              </p:nvSpPr>
              <p:spPr>
                <a:xfrm>
                  <a:off x="2495600" y="2293153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[0.05,0.06,0.09]</a:t>
                  </a:r>
                </a:p>
              </p:txBody>
            </p:sp>
            <p:sp>
              <p:nvSpPr>
                <p:cNvPr id="206" name="文本框 13">
                  <a:extLst>
                    <a:ext uri="{FF2B5EF4-FFF2-40B4-BE49-F238E27FC236}">
                      <a16:creationId xmlns:a16="http://schemas.microsoft.com/office/drawing/2014/main" id="{76A52711-B802-0E7E-58ED-854F26CFBA28}"/>
                    </a:ext>
                  </a:extLst>
                </p:cNvPr>
                <p:cNvSpPr txBox="1"/>
                <p:nvPr/>
              </p:nvSpPr>
              <p:spPr>
                <a:xfrm>
                  <a:off x="4765655" y="1087031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[0.04,0.07,0.05]</a:t>
                  </a:r>
                </a:p>
              </p:txBody>
            </p:sp>
            <p:sp>
              <p:nvSpPr>
                <p:cNvPr id="207" name="文本框 13">
                  <a:extLst>
                    <a:ext uri="{FF2B5EF4-FFF2-40B4-BE49-F238E27FC236}">
                      <a16:creationId xmlns:a16="http://schemas.microsoft.com/office/drawing/2014/main" id="{BCE1FDE7-0BFF-EF35-7D93-D23504CE1A06}"/>
                    </a:ext>
                  </a:extLst>
                </p:cNvPr>
                <p:cNvSpPr txBox="1"/>
                <p:nvPr/>
              </p:nvSpPr>
              <p:spPr>
                <a:xfrm>
                  <a:off x="5835319" y="1062269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[0.05,0.10,0.04]</a:t>
                  </a:r>
                </a:p>
              </p:txBody>
            </p:sp>
            <p:sp>
              <p:nvSpPr>
                <p:cNvPr id="208" name="文本框 13">
                  <a:extLst>
                    <a:ext uri="{FF2B5EF4-FFF2-40B4-BE49-F238E27FC236}">
                      <a16:creationId xmlns:a16="http://schemas.microsoft.com/office/drawing/2014/main" id="{D098F598-9591-9966-5E81-7829137911EE}"/>
                    </a:ext>
                  </a:extLst>
                </p:cNvPr>
                <p:cNvSpPr txBox="1"/>
                <p:nvPr/>
              </p:nvSpPr>
              <p:spPr>
                <a:xfrm>
                  <a:off x="6888088" y="1056903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[0.06,0.11,0.05]</a:t>
                  </a:r>
                </a:p>
              </p:txBody>
            </p:sp>
            <p:sp>
              <p:nvSpPr>
                <p:cNvPr id="209" name="文本框 13">
                  <a:extLst>
                    <a:ext uri="{FF2B5EF4-FFF2-40B4-BE49-F238E27FC236}">
                      <a16:creationId xmlns:a16="http://schemas.microsoft.com/office/drawing/2014/main" id="{A0426C07-6AE1-B58A-F879-922E761993D3}"/>
                    </a:ext>
                  </a:extLst>
                </p:cNvPr>
                <p:cNvSpPr txBox="1"/>
                <p:nvPr/>
              </p:nvSpPr>
              <p:spPr>
                <a:xfrm>
                  <a:off x="8064889" y="1076721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[0.08,0.06,0.05]</a:t>
                  </a:r>
                </a:p>
              </p:txBody>
            </p:sp>
            <p:sp>
              <p:nvSpPr>
                <p:cNvPr id="210" name="文本框 13">
                  <a:extLst>
                    <a:ext uri="{FF2B5EF4-FFF2-40B4-BE49-F238E27FC236}">
                      <a16:creationId xmlns:a16="http://schemas.microsoft.com/office/drawing/2014/main" id="{17011449-ED6A-58F7-C658-CD7223680D63}"/>
                    </a:ext>
                  </a:extLst>
                </p:cNvPr>
                <p:cNvSpPr txBox="1"/>
                <p:nvPr/>
              </p:nvSpPr>
              <p:spPr>
                <a:xfrm>
                  <a:off x="9094334" y="1052736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[0.10,0.05,0.04]</a:t>
                  </a:r>
                </a:p>
              </p:txBody>
            </p:sp>
            <p:sp>
              <p:nvSpPr>
                <p:cNvPr id="211" name="文本框 13">
                  <a:extLst>
                    <a:ext uri="{FF2B5EF4-FFF2-40B4-BE49-F238E27FC236}">
                      <a16:creationId xmlns:a16="http://schemas.microsoft.com/office/drawing/2014/main" id="{AD8BDF98-CB13-CF30-51DB-9EBF7223FCC3}"/>
                    </a:ext>
                  </a:extLst>
                </p:cNvPr>
                <p:cNvSpPr txBox="1"/>
                <p:nvPr/>
              </p:nvSpPr>
              <p:spPr>
                <a:xfrm>
                  <a:off x="10153121" y="692696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[0.11,0.04,0.03]</a:t>
                  </a:r>
                </a:p>
              </p:txBody>
            </p:sp>
            <p:sp>
              <p:nvSpPr>
                <p:cNvPr id="212" name="文本框 13">
                  <a:extLst>
                    <a:ext uri="{FF2B5EF4-FFF2-40B4-BE49-F238E27FC236}">
                      <a16:creationId xmlns:a16="http://schemas.microsoft.com/office/drawing/2014/main" id="{A08B4865-A5BA-0711-316B-9ED4D3ECD966}"/>
                    </a:ext>
                  </a:extLst>
                </p:cNvPr>
                <p:cNvSpPr txBox="1"/>
                <p:nvPr/>
              </p:nvSpPr>
              <p:spPr>
                <a:xfrm>
                  <a:off x="1292993" y="3205144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1</a:t>
                  </a:r>
                </a:p>
              </p:txBody>
            </p:sp>
            <p:sp>
              <p:nvSpPr>
                <p:cNvPr id="213" name="文本框 13">
                  <a:extLst>
                    <a:ext uri="{FF2B5EF4-FFF2-40B4-BE49-F238E27FC236}">
                      <a16:creationId xmlns:a16="http://schemas.microsoft.com/office/drawing/2014/main" id="{096C226C-8C60-67C6-4ADF-3EF67475BD36}"/>
                    </a:ext>
                  </a:extLst>
                </p:cNvPr>
                <p:cNvSpPr txBox="1"/>
                <p:nvPr/>
              </p:nvSpPr>
              <p:spPr>
                <a:xfrm>
                  <a:off x="2400511" y="2919224"/>
                  <a:ext cx="41549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0.4</a:t>
                  </a:r>
                </a:p>
              </p:txBody>
            </p:sp>
            <p:sp>
              <p:nvSpPr>
                <p:cNvPr id="214" name="文本框 13">
                  <a:extLst>
                    <a:ext uri="{FF2B5EF4-FFF2-40B4-BE49-F238E27FC236}">
                      <a16:creationId xmlns:a16="http://schemas.microsoft.com/office/drawing/2014/main" id="{DBE87868-CAD3-958E-EC78-DFB96B5140E8}"/>
                    </a:ext>
                  </a:extLst>
                </p:cNvPr>
                <p:cNvSpPr txBox="1"/>
                <p:nvPr/>
              </p:nvSpPr>
              <p:spPr>
                <a:xfrm>
                  <a:off x="2305454" y="3563149"/>
                  <a:ext cx="41549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b="1" dirty="0"/>
                    <a:t>0.6</a:t>
                  </a:r>
                </a:p>
              </p:txBody>
            </p:sp>
            <p:sp>
              <p:nvSpPr>
                <p:cNvPr id="215" name="文本框 13">
                  <a:extLst>
                    <a:ext uri="{FF2B5EF4-FFF2-40B4-BE49-F238E27FC236}">
                      <a16:creationId xmlns:a16="http://schemas.microsoft.com/office/drawing/2014/main" id="{2D5ABE82-72C5-7D99-628E-5A9F6D4FD7C8}"/>
                    </a:ext>
                  </a:extLst>
                </p:cNvPr>
                <p:cNvSpPr txBox="1"/>
                <p:nvPr/>
              </p:nvSpPr>
              <p:spPr>
                <a:xfrm>
                  <a:off x="3663916" y="2137740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1</a:t>
                  </a:r>
                </a:p>
              </p:txBody>
            </p:sp>
            <p:sp>
              <p:nvSpPr>
                <p:cNvPr id="216" name="文本框 13">
                  <a:extLst>
                    <a:ext uri="{FF2B5EF4-FFF2-40B4-BE49-F238E27FC236}">
                      <a16:creationId xmlns:a16="http://schemas.microsoft.com/office/drawing/2014/main" id="{42434C27-1C27-D57C-9DEB-07D1782FD891}"/>
                    </a:ext>
                  </a:extLst>
                </p:cNvPr>
                <p:cNvSpPr txBox="1"/>
                <p:nvPr/>
              </p:nvSpPr>
              <p:spPr>
                <a:xfrm>
                  <a:off x="4720026" y="1592118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1</a:t>
                  </a:r>
                </a:p>
              </p:txBody>
            </p:sp>
            <p:sp>
              <p:nvSpPr>
                <p:cNvPr id="217" name="文本框 13">
                  <a:extLst>
                    <a:ext uri="{FF2B5EF4-FFF2-40B4-BE49-F238E27FC236}">
                      <a16:creationId xmlns:a16="http://schemas.microsoft.com/office/drawing/2014/main" id="{A5BA2417-FA52-0829-9C6D-00729CE11433}"/>
                    </a:ext>
                  </a:extLst>
                </p:cNvPr>
                <p:cNvSpPr txBox="1"/>
                <p:nvPr/>
              </p:nvSpPr>
              <p:spPr>
                <a:xfrm>
                  <a:off x="5665722" y="1526189"/>
                  <a:ext cx="23297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b="1" dirty="0"/>
                    <a:t>1</a:t>
                  </a:r>
                </a:p>
              </p:txBody>
            </p:sp>
            <p:sp>
              <p:nvSpPr>
                <p:cNvPr id="218" name="文本框 13">
                  <a:extLst>
                    <a:ext uri="{FF2B5EF4-FFF2-40B4-BE49-F238E27FC236}">
                      <a16:creationId xmlns:a16="http://schemas.microsoft.com/office/drawing/2014/main" id="{354E92C2-CC3B-C748-5C2D-8E8B6F708DCB}"/>
                    </a:ext>
                  </a:extLst>
                </p:cNvPr>
                <p:cNvSpPr txBox="1"/>
                <p:nvPr/>
              </p:nvSpPr>
              <p:spPr>
                <a:xfrm>
                  <a:off x="6766258" y="1496877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1</a:t>
                  </a:r>
                </a:p>
              </p:txBody>
            </p:sp>
            <p:sp>
              <p:nvSpPr>
                <p:cNvPr id="219" name="文本框 13">
                  <a:extLst>
                    <a:ext uri="{FF2B5EF4-FFF2-40B4-BE49-F238E27FC236}">
                      <a16:creationId xmlns:a16="http://schemas.microsoft.com/office/drawing/2014/main" id="{5511107A-C46F-0454-149D-D65DB50BB5BE}"/>
                    </a:ext>
                  </a:extLst>
                </p:cNvPr>
                <p:cNvSpPr txBox="1"/>
                <p:nvPr/>
              </p:nvSpPr>
              <p:spPr>
                <a:xfrm>
                  <a:off x="7824923" y="1525475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1</a:t>
                  </a:r>
                </a:p>
              </p:txBody>
            </p:sp>
            <p:sp>
              <p:nvSpPr>
                <p:cNvPr id="220" name="文本框 13">
                  <a:extLst>
                    <a:ext uri="{FF2B5EF4-FFF2-40B4-BE49-F238E27FC236}">
                      <a16:creationId xmlns:a16="http://schemas.microsoft.com/office/drawing/2014/main" id="{E8D44553-0056-6731-900B-511E8854BBE1}"/>
                    </a:ext>
                  </a:extLst>
                </p:cNvPr>
                <p:cNvSpPr txBox="1"/>
                <p:nvPr/>
              </p:nvSpPr>
              <p:spPr>
                <a:xfrm>
                  <a:off x="8898978" y="1519486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1</a:t>
                  </a:r>
                </a:p>
              </p:txBody>
            </p:sp>
            <p:sp>
              <p:nvSpPr>
                <p:cNvPr id="222" name="矩形 29">
                  <a:extLst>
                    <a:ext uri="{FF2B5EF4-FFF2-40B4-BE49-F238E27FC236}">
                      <a16:creationId xmlns:a16="http://schemas.microsoft.com/office/drawing/2014/main" id="{C527293F-B35C-30FE-BF62-53EDF388596D}"/>
                    </a:ext>
                  </a:extLst>
                </p:cNvPr>
                <p:cNvSpPr/>
                <p:nvPr/>
              </p:nvSpPr>
              <p:spPr>
                <a:xfrm>
                  <a:off x="10427149" y="1700815"/>
                  <a:ext cx="576064" cy="288025"/>
                </a:xfrm>
                <a:prstGeom prst="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altLang="zh-CN" dirty="0">
                      <a:solidFill>
                        <a:schemeClr val="bg1"/>
                      </a:solidFill>
                    </a:rPr>
                    <a:t>(9,2)</a:t>
                  </a:r>
                  <a:endParaRPr lang="en-GB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223" name="直接连接符 27">
                  <a:extLst>
                    <a:ext uri="{FF2B5EF4-FFF2-40B4-BE49-F238E27FC236}">
                      <a16:creationId xmlns:a16="http://schemas.microsoft.com/office/drawing/2014/main" id="{1CF85A08-FC9D-CE2F-FF5B-2D32B81B6DE6}"/>
                    </a:ext>
                  </a:extLst>
                </p:cNvPr>
                <p:cNvCxnSpPr>
                  <a:cxnSpLocks/>
                  <a:stCxn id="196" idx="3"/>
                  <a:endCxn id="222" idx="1"/>
                </p:cNvCxnSpPr>
                <p:nvPr/>
              </p:nvCxnSpPr>
              <p:spPr>
                <a:xfrm>
                  <a:off x="9870486" y="1548759"/>
                  <a:ext cx="556663" cy="29606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6" name="文本框 13">
                  <a:extLst>
                    <a:ext uri="{FF2B5EF4-FFF2-40B4-BE49-F238E27FC236}">
                      <a16:creationId xmlns:a16="http://schemas.microsoft.com/office/drawing/2014/main" id="{8F8160BB-143B-5C8A-4F0A-B6D86DF479B5}"/>
                    </a:ext>
                  </a:extLst>
                </p:cNvPr>
                <p:cNvSpPr txBox="1"/>
                <p:nvPr/>
              </p:nvSpPr>
              <p:spPr>
                <a:xfrm>
                  <a:off x="10255809" y="1454427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[0.06,0.04,0.03]</a:t>
                  </a:r>
                </a:p>
              </p:txBody>
            </p:sp>
            <p:sp>
              <p:nvSpPr>
                <p:cNvPr id="227" name="文本框 13">
                  <a:extLst>
                    <a:ext uri="{FF2B5EF4-FFF2-40B4-BE49-F238E27FC236}">
                      <a16:creationId xmlns:a16="http://schemas.microsoft.com/office/drawing/2014/main" id="{194AA64A-8793-A7B3-FF6B-66202968E50C}"/>
                    </a:ext>
                  </a:extLst>
                </p:cNvPr>
                <p:cNvSpPr txBox="1"/>
                <p:nvPr/>
              </p:nvSpPr>
              <p:spPr>
                <a:xfrm>
                  <a:off x="10097663" y="1249015"/>
                  <a:ext cx="41549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0.7</a:t>
                  </a:r>
                </a:p>
              </p:txBody>
            </p:sp>
            <p:sp>
              <p:nvSpPr>
                <p:cNvPr id="228" name="文本框 13">
                  <a:extLst>
                    <a:ext uri="{FF2B5EF4-FFF2-40B4-BE49-F238E27FC236}">
                      <a16:creationId xmlns:a16="http://schemas.microsoft.com/office/drawing/2014/main" id="{FA7F539B-4526-13CC-B08A-0E8C202340EA}"/>
                    </a:ext>
                  </a:extLst>
                </p:cNvPr>
                <p:cNvSpPr txBox="1"/>
                <p:nvPr/>
              </p:nvSpPr>
              <p:spPr>
                <a:xfrm>
                  <a:off x="9942008" y="1684724"/>
                  <a:ext cx="41549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0.3</a:t>
                  </a:r>
                </a:p>
              </p:txBody>
            </p:sp>
            <p:sp>
              <p:nvSpPr>
                <p:cNvPr id="229" name="文本框 13">
                  <a:extLst>
                    <a:ext uri="{FF2B5EF4-FFF2-40B4-BE49-F238E27FC236}">
                      <a16:creationId xmlns:a16="http://schemas.microsoft.com/office/drawing/2014/main" id="{21B62F0B-4A4A-4B69-18F1-434DA4ACB10F}"/>
                    </a:ext>
                  </a:extLst>
                </p:cNvPr>
                <p:cNvSpPr txBox="1"/>
                <p:nvPr/>
              </p:nvSpPr>
              <p:spPr>
                <a:xfrm>
                  <a:off x="5514150" y="2604425"/>
                  <a:ext cx="41549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b="1" dirty="0"/>
                    <a:t>0.5</a:t>
                  </a:r>
                </a:p>
              </p:txBody>
            </p:sp>
            <p:sp>
              <p:nvSpPr>
                <p:cNvPr id="230" name="文本框 13">
                  <a:extLst>
                    <a:ext uri="{FF2B5EF4-FFF2-40B4-BE49-F238E27FC236}">
                      <a16:creationId xmlns:a16="http://schemas.microsoft.com/office/drawing/2014/main" id="{6E4E7D4D-D177-B1B6-16C3-D4F10C552568}"/>
                    </a:ext>
                  </a:extLst>
                </p:cNvPr>
                <p:cNvSpPr txBox="1"/>
                <p:nvPr/>
              </p:nvSpPr>
              <p:spPr>
                <a:xfrm>
                  <a:off x="5539049" y="3554024"/>
                  <a:ext cx="41549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b="1" dirty="0"/>
                    <a:t>0.5</a:t>
                  </a:r>
                </a:p>
              </p:txBody>
            </p:sp>
            <p:sp>
              <p:nvSpPr>
                <p:cNvPr id="232" name="文本框 13">
                  <a:extLst>
                    <a:ext uri="{FF2B5EF4-FFF2-40B4-BE49-F238E27FC236}">
                      <a16:creationId xmlns:a16="http://schemas.microsoft.com/office/drawing/2014/main" id="{7B886199-5908-CD25-F2CD-9E5CD6756B5E}"/>
                    </a:ext>
                  </a:extLst>
                </p:cNvPr>
                <p:cNvSpPr txBox="1"/>
                <p:nvPr/>
              </p:nvSpPr>
              <p:spPr>
                <a:xfrm>
                  <a:off x="2555970" y="3375084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[0.05,0.06,0.07]</a:t>
                  </a:r>
                </a:p>
              </p:txBody>
            </p:sp>
            <p:sp>
              <p:nvSpPr>
                <p:cNvPr id="233" name="文本框 13">
                  <a:extLst>
                    <a:ext uri="{FF2B5EF4-FFF2-40B4-BE49-F238E27FC236}">
                      <a16:creationId xmlns:a16="http://schemas.microsoft.com/office/drawing/2014/main" id="{E840B6DA-57B8-3AAF-421B-D723F183FD2A}"/>
                    </a:ext>
                  </a:extLst>
                </p:cNvPr>
                <p:cNvSpPr txBox="1"/>
                <p:nvPr/>
              </p:nvSpPr>
              <p:spPr>
                <a:xfrm>
                  <a:off x="3715592" y="2841867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[0.04,0.03,0.06]</a:t>
                  </a:r>
                </a:p>
              </p:txBody>
            </p:sp>
            <p:sp>
              <p:nvSpPr>
                <p:cNvPr id="234" name="文本框 13">
                  <a:extLst>
                    <a:ext uri="{FF2B5EF4-FFF2-40B4-BE49-F238E27FC236}">
                      <a16:creationId xmlns:a16="http://schemas.microsoft.com/office/drawing/2014/main" id="{89CF8D10-7781-4EFF-081A-755BD6F383E6}"/>
                    </a:ext>
                  </a:extLst>
                </p:cNvPr>
                <p:cNvSpPr txBox="1"/>
                <p:nvPr/>
              </p:nvSpPr>
              <p:spPr>
                <a:xfrm>
                  <a:off x="4705854" y="2827090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[0.03,0.03,0.05]</a:t>
                  </a:r>
                </a:p>
              </p:txBody>
            </p:sp>
            <p:sp>
              <p:nvSpPr>
                <p:cNvPr id="235" name="文本框 13">
                  <a:extLst>
                    <a:ext uri="{FF2B5EF4-FFF2-40B4-BE49-F238E27FC236}">
                      <a16:creationId xmlns:a16="http://schemas.microsoft.com/office/drawing/2014/main" id="{3F78CFD0-A08A-8AF6-3F18-BC0BF16477AD}"/>
                    </a:ext>
                  </a:extLst>
                </p:cNvPr>
                <p:cNvSpPr txBox="1"/>
                <p:nvPr/>
              </p:nvSpPr>
              <p:spPr>
                <a:xfrm>
                  <a:off x="5862430" y="3549202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[0.03,0.04,0.04]</a:t>
                  </a:r>
                </a:p>
              </p:txBody>
            </p:sp>
            <p:sp>
              <p:nvSpPr>
                <p:cNvPr id="236" name="文本框 13">
                  <a:extLst>
                    <a:ext uri="{FF2B5EF4-FFF2-40B4-BE49-F238E27FC236}">
                      <a16:creationId xmlns:a16="http://schemas.microsoft.com/office/drawing/2014/main" id="{843A1286-4097-FA2A-8E30-6FFDC6609ED7}"/>
                    </a:ext>
                  </a:extLst>
                </p:cNvPr>
                <p:cNvSpPr txBox="1"/>
                <p:nvPr/>
              </p:nvSpPr>
              <p:spPr>
                <a:xfrm>
                  <a:off x="6905380" y="3550808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[0.03,0.02,0.03]</a:t>
                  </a:r>
                </a:p>
              </p:txBody>
            </p:sp>
            <p:sp>
              <p:nvSpPr>
                <p:cNvPr id="237" name="文本框 13">
                  <a:extLst>
                    <a:ext uri="{FF2B5EF4-FFF2-40B4-BE49-F238E27FC236}">
                      <a16:creationId xmlns:a16="http://schemas.microsoft.com/office/drawing/2014/main" id="{AEC13B20-ABA9-F487-DC0C-BE185E949B29}"/>
                    </a:ext>
                  </a:extLst>
                </p:cNvPr>
                <p:cNvSpPr txBox="1"/>
                <p:nvPr/>
              </p:nvSpPr>
              <p:spPr>
                <a:xfrm>
                  <a:off x="7965532" y="3550808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[0.02,0.01,0.02]</a:t>
                  </a:r>
                </a:p>
              </p:txBody>
            </p:sp>
            <p:sp>
              <p:nvSpPr>
                <p:cNvPr id="238" name="文本框 13">
                  <a:extLst>
                    <a:ext uri="{FF2B5EF4-FFF2-40B4-BE49-F238E27FC236}">
                      <a16:creationId xmlns:a16="http://schemas.microsoft.com/office/drawing/2014/main" id="{030E00A9-DDEC-ADBC-1E27-1B84C8A08118}"/>
                    </a:ext>
                  </a:extLst>
                </p:cNvPr>
                <p:cNvSpPr txBox="1"/>
                <p:nvPr/>
              </p:nvSpPr>
              <p:spPr>
                <a:xfrm>
                  <a:off x="9062307" y="3512376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[0.02,0.02,0.03]</a:t>
                  </a:r>
                </a:p>
              </p:txBody>
            </p:sp>
            <p:sp>
              <p:nvSpPr>
                <p:cNvPr id="239" name="文本框 13">
                  <a:extLst>
                    <a:ext uri="{FF2B5EF4-FFF2-40B4-BE49-F238E27FC236}">
                      <a16:creationId xmlns:a16="http://schemas.microsoft.com/office/drawing/2014/main" id="{45791043-A551-1E02-7F42-B9EEA6E0B0F7}"/>
                    </a:ext>
                  </a:extLst>
                </p:cNvPr>
                <p:cNvSpPr txBox="1"/>
                <p:nvPr/>
              </p:nvSpPr>
              <p:spPr>
                <a:xfrm>
                  <a:off x="10247628" y="3489803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[0.01,0.02,0.03]</a:t>
                  </a:r>
                </a:p>
              </p:txBody>
            </p:sp>
            <p:sp>
              <p:nvSpPr>
                <p:cNvPr id="240" name="文本框 13">
                  <a:extLst>
                    <a:ext uri="{FF2B5EF4-FFF2-40B4-BE49-F238E27FC236}">
                      <a16:creationId xmlns:a16="http://schemas.microsoft.com/office/drawing/2014/main" id="{0D367487-ADF2-7B26-4F99-C58CF1523A1C}"/>
                    </a:ext>
                  </a:extLst>
                </p:cNvPr>
                <p:cNvSpPr txBox="1"/>
                <p:nvPr/>
              </p:nvSpPr>
              <p:spPr>
                <a:xfrm>
                  <a:off x="5802760" y="2209952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[0.04,0.05,0.04]</a:t>
                  </a:r>
                </a:p>
              </p:txBody>
            </p:sp>
            <p:sp>
              <p:nvSpPr>
                <p:cNvPr id="241" name="文本框 13">
                  <a:extLst>
                    <a:ext uri="{FF2B5EF4-FFF2-40B4-BE49-F238E27FC236}">
                      <a16:creationId xmlns:a16="http://schemas.microsoft.com/office/drawing/2014/main" id="{37ED0B1F-C55D-54BA-C146-48CDAF97FB5D}"/>
                    </a:ext>
                  </a:extLst>
                </p:cNvPr>
                <p:cNvSpPr txBox="1"/>
                <p:nvPr/>
              </p:nvSpPr>
              <p:spPr>
                <a:xfrm>
                  <a:off x="6895373" y="2226502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[0.03,0.05,0.06]</a:t>
                  </a:r>
                </a:p>
              </p:txBody>
            </p:sp>
            <p:sp>
              <p:nvSpPr>
                <p:cNvPr id="242" name="文本框 13">
                  <a:extLst>
                    <a:ext uri="{FF2B5EF4-FFF2-40B4-BE49-F238E27FC236}">
                      <a16:creationId xmlns:a16="http://schemas.microsoft.com/office/drawing/2014/main" id="{E3A0A8C6-1A68-E047-4795-0D7247872347}"/>
                    </a:ext>
                  </a:extLst>
                </p:cNvPr>
                <p:cNvSpPr txBox="1"/>
                <p:nvPr/>
              </p:nvSpPr>
              <p:spPr>
                <a:xfrm>
                  <a:off x="7963376" y="2210890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[0.04,0.05,0.08]</a:t>
                  </a:r>
                </a:p>
              </p:txBody>
            </p:sp>
            <p:sp>
              <p:nvSpPr>
                <p:cNvPr id="243" name="文本框 13">
                  <a:extLst>
                    <a:ext uri="{FF2B5EF4-FFF2-40B4-BE49-F238E27FC236}">
                      <a16:creationId xmlns:a16="http://schemas.microsoft.com/office/drawing/2014/main" id="{914E5A58-86BC-9FA1-BB19-24A5BA86CBFA}"/>
                    </a:ext>
                  </a:extLst>
                </p:cNvPr>
                <p:cNvSpPr txBox="1"/>
                <p:nvPr/>
              </p:nvSpPr>
              <p:spPr>
                <a:xfrm>
                  <a:off x="9090303" y="2211297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[0.05,0.06,0.11]</a:t>
                  </a:r>
                </a:p>
              </p:txBody>
            </p:sp>
            <p:sp>
              <p:nvSpPr>
                <p:cNvPr id="245" name="文本框 13">
                  <a:extLst>
                    <a:ext uri="{FF2B5EF4-FFF2-40B4-BE49-F238E27FC236}">
                      <a16:creationId xmlns:a16="http://schemas.microsoft.com/office/drawing/2014/main" id="{C3EC6F80-3A2F-1127-B343-4C02AE27238A}"/>
                    </a:ext>
                  </a:extLst>
                </p:cNvPr>
                <p:cNvSpPr txBox="1"/>
                <p:nvPr/>
              </p:nvSpPr>
              <p:spPr>
                <a:xfrm>
                  <a:off x="10261335" y="2226079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[0.05,0.07,0.15]</a:t>
                  </a:r>
                </a:p>
              </p:txBody>
            </p:sp>
            <p:sp>
              <p:nvSpPr>
                <p:cNvPr id="247" name="文本框 13">
                  <a:extLst>
                    <a:ext uri="{FF2B5EF4-FFF2-40B4-BE49-F238E27FC236}">
                      <a16:creationId xmlns:a16="http://schemas.microsoft.com/office/drawing/2014/main" id="{F2AE1A80-8443-6814-69D6-4BBECFF67057}"/>
                    </a:ext>
                  </a:extLst>
                </p:cNvPr>
                <p:cNvSpPr txBox="1"/>
                <p:nvPr/>
              </p:nvSpPr>
              <p:spPr>
                <a:xfrm>
                  <a:off x="3672133" y="3440244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1</a:t>
                  </a:r>
                </a:p>
              </p:txBody>
            </p:sp>
            <p:sp>
              <p:nvSpPr>
                <p:cNvPr id="248" name="文本框 13">
                  <a:extLst>
                    <a:ext uri="{FF2B5EF4-FFF2-40B4-BE49-F238E27FC236}">
                      <a16:creationId xmlns:a16="http://schemas.microsoft.com/office/drawing/2014/main" id="{577FD588-F3CE-C87F-5651-87076D7514B5}"/>
                    </a:ext>
                  </a:extLst>
                </p:cNvPr>
                <p:cNvSpPr txBox="1"/>
                <p:nvPr/>
              </p:nvSpPr>
              <p:spPr>
                <a:xfrm>
                  <a:off x="4639426" y="3213305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1</a:t>
                  </a:r>
                </a:p>
              </p:txBody>
            </p:sp>
            <p:sp>
              <p:nvSpPr>
                <p:cNvPr id="249" name="文本框 13">
                  <a:extLst>
                    <a:ext uri="{FF2B5EF4-FFF2-40B4-BE49-F238E27FC236}">
                      <a16:creationId xmlns:a16="http://schemas.microsoft.com/office/drawing/2014/main" id="{2D2920D0-6359-03C4-F513-67DDC8033709}"/>
                    </a:ext>
                  </a:extLst>
                </p:cNvPr>
                <p:cNvSpPr txBox="1"/>
                <p:nvPr/>
              </p:nvSpPr>
              <p:spPr>
                <a:xfrm>
                  <a:off x="6737944" y="2637620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1</a:t>
                  </a:r>
                </a:p>
              </p:txBody>
            </p:sp>
            <p:sp>
              <p:nvSpPr>
                <p:cNvPr id="250" name="文本框 13">
                  <a:extLst>
                    <a:ext uri="{FF2B5EF4-FFF2-40B4-BE49-F238E27FC236}">
                      <a16:creationId xmlns:a16="http://schemas.microsoft.com/office/drawing/2014/main" id="{014E888D-BA83-879C-4D9F-879C3D18B519}"/>
                    </a:ext>
                  </a:extLst>
                </p:cNvPr>
                <p:cNvSpPr txBox="1"/>
                <p:nvPr/>
              </p:nvSpPr>
              <p:spPr>
                <a:xfrm>
                  <a:off x="6766258" y="3921408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1</a:t>
                  </a:r>
                </a:p>
              </p:txBody>
            </p:sp>
            <p:sp>
              <p:nvSpPr>
                <p:cNvPr id="251" name="文本框 13">
                  <a:extLst>
                    <a:ext uri="{FF2B5EF4-FFF2-40B4-BE49-F238E27FC236}">
                      <a16:creationId xmlns:a16="http://schemas.microsoft.com/office/drawing/2014/main" id="{4F7F8216-E3F8-E85C-03EB-4A8F5DED31F3}"/>
                    </a:ext>
                  </a:extLst>
                </p:cNvPr>
                <p:cNvSpPr txBox="1"/>
                <p:nvPr/>
              </p:nvSpPr>
              <p:spPr>
                <a:xfrm>
                  <a:off x="7827513" y="2673065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1</a:t>
                  </a:r>
                </a:p>
              </p:txBody>
            </p:sp>
            <p:sp>
              <p:nvSpPr>
                <p:cNvPr id="252" name="文本框 13">
                  <a:extLst>
                    <a:ext uri="{FF2B5EF4-FFF2-40B4-BE49-F238E27FC236}">
                      <a16:creationId xmlns:a16="http://schemas.microsoft.com/office/drawing/2014/main" id="{9D38F92D-BD8A-FCA2-881D-07D6DA70A8D2}"/>
                    </a:ext>
                  </a:extLst>
                </p:cNvPr>
                <p:cNvSpPr txBox="1"/>
                <p:nvPr/>
              </p:nvSpPr>
              <p:spPr>
                <a:xfrm>
                  <a:off x="7827513" y="3929522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1</a:t>
                  </a:r>
                </a:p>
              </p:txBody>
            </p:sp>
            <p:sp>
              <p:nvSpPr>
                <p:cNvPr id="253" name="文本框 13">
                  <a:extLst>
                    <a:ext uri="{FF2B5EF4-FFF2-40B4-BE49-F238E27FC236}">
                      <a16:creationId xmlns:a16="http://schemas.microsoft.com/office/drawing/2014/main" id="{0684DD61-2C0D-45C3-E023-95FB74FB553C}"/>
                    </a:ext>
                  </a:extLst>
                </p:cNvPr>
                <p:cNvSpPr txBox="1"/>
                <p:nvPr/>
              </p:nvSpPr>
              <p:spPr>
                <a:xfrm>
                  <a:off x="8941209" y="3880724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1</a:t>
                  </a:r>
                </a:p>
              </p:txBody>
            </p:sp>
            <p:sp>
              <p:nvSpPr>
                <p:cNvPr id="254" name="文本框 13">
                  <a:extLst>
                    <a:ext uri="{FF2B5EF4-FFF2-40B4-BE49-F238E27FC236}">
                      <a16:creationId xmlns:a16="http://schemas.microsoft.com/office/drawing/2014/main" id="{F5747C30-BB80-4D78-5D66-33C8015B2862}"/>
                    </a:ext>
                  </a:extLst>
                </p:cNvPr>
                <p:cNvSpPr txBox="1"/>
                <p:nvPr/>
              </p:nvSpPr>
              <p:spPr>
                <a:xfrm>
                  <a:off x="8941209" y="2646542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1</a:t>
                  </a:r>
                </a:p>
              </p:txBody>
            </p:sp>
            <p:sp>
              <p:nvSpPr>
                <p:cNvPr id="255" name="文本框 13">
                  <a:extLst>
                    <a:ext uri="{FF2B5EF4-FFF2-40B4-BE49-F238E27FC236}">
                      <a16:creationId xmlns:a16="http://schemas.microsoft.com/office/drawing/2014/main" id="{9D0C07F5-7878-7435-0031-3826B1B223DB}"/>
                    </a:ext>
                  </a:extLst>
                </p:cNvPr>
                <p:cNvSpPr txBox="1"/>
                <p:nvPr/>
              </p:nvSpPr>
              <p:spPr>
                <a:xfrm>
                  <a:off x="10062437" y="2646542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1</a:t>
                  </a:r>
                </a:p>
              </p:txBody>
            </p:sp>
            <p:sp>
              <p:nvSpPr>
                <p:cNvPr id="256" name="文本框 13">
                  <a:extLst>
                    <a:ext uri="{FF2B5EF4-FFF2-40B4-BE49-F238E27FC236}">
                      <a16:creationId xmlns:a16="http://schemas.microsoft.com/office/drawing/2014/main" id="{58147F28-372B-0911-E7D6-1A15C51FCCA3}"/>
                    </a:ext>
                  </a:extLst>
                </p:cNvPr>
                <p:cNvSpPr txBox="1"/>
                <p:nvPr/>
              </p:nvSpPr>
              <p:spPr>
                <a:xfrm>
                  <a:off x="10067224" y="3874700"/>
                  <a:ext cx="2760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400" b="1" dirty="0"/>
                    <a:t>1</a:t>
                  </a:r>
                </a:p>
              </p:txBody>
            </p:sp>
            <p:sp>
              <p:nvSpPr>
                <p:cNvPr id="205" name="文本框 13">
                  <a:extLst>
                    <a:ext uri="{FF2B5EF4-FFF2-40B4-BE49-F238E27FC236}">
                      <a16:creationId xmlns:a16="http://schemas.microsoft.com/office/drawing/2014/main" id="{E18D662B-DD79-2F55-D9A3-8D10C1093982}"/>
                    </a:ext>
                  </a:extLst>
                </p:cNvPr>
                <p:cNvSpPr txBox="1"/>
                <p:nvPr/>
              </p:nvSpPr>
              <p:spPr>
                <a:xfrm>
                  <a:off x="3766571" y="1440501"/>
                  <a:ext cx="109677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100" dirty="0"/>
                    <a:t>[0.05,0.05,0.10]</a:t>
                  </a:r>
                </a:p>
              </p:txBody>
            </p:sp>
          </p:grpSp>
          <p:sp>
            <p:nvSpPr>
              <p:cNvPr id="258" name="文本框 9">
                <a:extLst>
                  <a:ext uri="{FF2B5EF4-FFF2-40B4-BE49-F238E27FC236}">
                    <a16:creationId xmlns:a16="http://schemas.microsoft.com/office/drawing/2014/main" id="{FC14F822-EFA9-52B1-0072-A2339A048E5C}"/>
                  </a:ext>
                </a:extLst>
              </p:cNvPr>
              <p:cNvSpPr txBox="1"/>
              <p:nvPr/>
            </p:nvSpPr>
            <p:spPr>
              <a:xfrm>
                <a:off x="5220211" y="323364"/>
                <a:ext cx="1468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Scenario Tree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3">
                  <a:extLst>
                    <a:ext uri="{FF2B5EF4-FFF2-40B4-BE49-F238E27FC236}">
                      <a16:creationId xmlns:a16="http://schemas.microsoft.com/office/drawing/2014/main" id="{7A96DDD6-DB53-E733-EF9E-C4EF1CE2787A}"/>
                    </a:ext>
                  </a:extLst>
                </p:cNvPr>
                <p:cNvSpPr txBox="1"/>
                <p:nvPr/>
              </p:nvSpPr>
              <p:spPr>
                <a:xfrm>
                  <a:off x="104949" y="2482809"/>
                  <a:ext cx="2191049" cy="3236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zh-CN" altLang="zh-CN" sz="1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altLang="zh-CN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1400" b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GB" altLang="zh-CN" sz="1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zh-CN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altLang="zh-CN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1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zh-CN" sz="14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400" b="1" dirty="0">
                      <a:solidFill>
                        <a:sysClr val="windowText" lastClr="000000"/>
                      </a:solidFill>
                      <a:effectLst/>
                      <a:ea typeface="Cambria Math" panose="02040503050406030204" pitchFamily="18" charset="0"/>
                    </a:rPr>
                    <a:t>,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zh-CN" altLang="zh-CN" sz="1400" b="1" i="1" smtClean="0"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1" smtClean="0"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 altLang="zh-CN" sz="1400" b="1" i="1"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altLang="zh-CN" sz="1400" b="1" i="1"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GB" altLang="zh-CN" sz="1400" b="1" i="1"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GB" altLang="zh-CN" sz="1400" b="1" i="1">
                          <a:solidFill>
                            <a:sysClr val="windowText" lastClr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altLang="zh-CN" sz="1400" b="1" i="1">
                          <a:solidFill>
                            <a:sysClr val="windowText" lastClr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𝟕𝟎𝟎𝟎𝟎</m:t>
                      </m:r>
                    </m:oMath>
                  </a14:m>
                  <a:endParaRPr lang="en-US" altLang="zh-CN" sz="1400" b="1" dirty="0">
                    <a:solidFill>
                      <a:sysClr val="windowText" lastClr="00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文本框 13">
                  <a:extLst>
                    <a:ext uri="{FF2B5EF4-FFF2-40B4-BE49-F238E27FC236}">
                      <a16:creationId xmlns:a16="http://schemas.microsoft.com/office/drawing/2014/main" id="{7A96DDD6-DB53-E733-EF9E-C4EF1CE278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949" y="2482809"/>
                  <a:ext cx="2191049" cy="323678"/>
                </a:xfrm>
                <a:prstGeom prst="rect">
                  <a:avLst/>
                </a:prstGeom>
                <a:blipFill>
                  <a:blip r:embed="rId2"/>
                  <a:stretch>
                    <a:fillRect b="-207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3">
                  <a:extLst>
                    <a:ext uri="{FF2B5EF4-FFF2-40B4-BE49-F238E27FC236}">
                      <a16:creationId xmlns:a16="http://schemas.microsoft.com/office/drawing/2014/main" id="{C089CA84-78B1-EB93-E919-735AD79A6F87}"/>
                    </a:ext>
                  </a:extLst>
                </p:cNvPr>
                <p:cNvSpPr txBox="1"/>
                <p:nvPr/>
              </p:nvSpPr>
              <p:spPr>
                <a:xfrm>
                  <a:off x="2630433" y="866203"/>
                  <a:ext cx="2445413" cy="3362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zh-CN" sz="1400" b="1" dirty="0">
                      <a:solidFill>
                        <a:sysClr val="windowText" lastClr="000000"/>
                      </a:solidFill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zh-CN" altLang="zh-CN" sz="1400" b="1" i="1" smtClean="0"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sz="1400" b="1" i="1"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400" b="1" i="1" smtClean="0"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altLang="zh-CN" sz="1400" b="1" i="0" smtClean="0"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GB" altLang="zh-CN" sz="1400" b="1" i="1">
                          <a:solidFill>
                            <a:sysClr val="windowText" lastClr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zh-CN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altLang="zh-CN" sz="1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US" altLang="zh-CN" sz="14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400" b="1" i="1" smtClean="0">
                          <a:solidFill>
                            <a:sysClr val="windowText" lastClr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400" b="1" dirty="0">
                      <a:solidFill>
                        <a:sysClr val="windowText" lastClr="000000"/>
                      </a:solidFill>
                      <a:effectLst/>
                      <a:ea typeface="DengXian" panose="02010600030101010101" pitchFamily="2" charset="-122"/>
                      <a:cs typeface="Times New Roman" panose="02020603050405020304" pitchFamily="18" charset="0"/>
                    </a:rPr>
                    <a:t>,</a:t>
                  </a:r>
                  <a:r>
                    <a:rPr lang="zh-CN" altLang="zh-CN" sz="1400" b="1" dirty="0">
                      <a:solidFill>
                        <a:sysClr val="windowText" lastClr="000000"/>
                      </a:solidFill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zh-CN" altLang="zh-CN" sz="1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altLang="zh-CN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GB" altLang="zh-CN" sz="1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altLang="zh-CN" sz="1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𝟗𝟎𝟔𝟒𝟒</m:t>
                      </m:r>
                      <m:r>
                        <a:rPr lang="en-GB" altLang="zh-CN" sz="1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altLang="zh-CN" sz="1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𝟒</m:t>
                      </m:r>
                    </m:oMath>
                  </a14:m>
                  <a:endParaRPr lang="en-US" altLang="zh-CN" sz="1400" b="1" dirty="0">
                    <a:solidFill>
                      <a:sysClr val="windowText" lastClr="000000"/>
                    </a:solidFill>
                    <a:ea typeface="DengXian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文本框 13">
                  <a:extLst>
                    <a:ext uri="{FF2B5EF4-FFF2-40B4-BE49-F238E27FC236}">
                      <a16:creationId xmlns:a16="http://schemas.microsoft.com/office/drawing/2014/main" id="{C089CA84-78B1-EB93-E919-735AD79A6F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0433" y="866203"/>
                  <a:ext cx="2445413" cy="336246"/>
                </a:xfrm>
                <a:prstGeom prst="rect">
                  <a:avLst/>
                </a:prstGeom>
                <a:blipFill>
                  <a:blip r:embed="rId3"/>
                  <a:stretch>
                    <a:fillRect b="-16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13">
                  <a:extLst>
                    <a:ext uri="{FF2B5EF4-FFF2-40B4-BE49-F238E27FC236}">
                      <a16:creationId xmlns:a16="http://schemas.microsoft.com/office/drawing/2014/main" id="{A96D1990-A964-7D5E-6EAC-9FB21388415F}"/>
                    </a:ext>
                  </a:extLst>
                </p:cNvPr>
                <p:cNvSpPr txBox="1"/>
                <p:nvPr/>
              </p:nvSpPr>
              <p:spPr>
                <a:xfrm>
                  <a:off x="3393887" y="4306808"/>
                  <a:ext cx="2363660" cy="32367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zh-CN" sz="1400" b="1" dirty="0">
                      <a:solidFill>
                        <a:sysClr val="windowText" lastClr="000000"/>
                      </a:solidFill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zh-CN" altLang="zh-CN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4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altLang="zh-CN" sz="1400" b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GB" altLang="zh-CN" sz="1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zh-CN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altLang="zh-CN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altLang="zh-CN" sz="1400" b="1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GB" altLang="zh-CN" sz="1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400" b="1" dirty="0">
                      <a:solidFill>
                        <a:sysClr val="windowText" lastClr="000000"/>
                      </a:solidFill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,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zh-CN" altLang="zh-CN" sz="1400" b="1" i="1" smtClean="0"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1" smtClean="0"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 altLang="zh-CN" sz="1400" b="1" i="1"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400" b="1" i="1" smtClean="0"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  <m:sup>
                          <m:r>
                            <a:rPr lang="en-US" altLang="zh-CN" sz="1400" b="1" i="1" smtClean="0">
                              <a:solidFill>
                                <a:sysClr val="windowText" lastClr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bSup>
                      <m:r>
                        <a:rPr lang="en-GB" altLang="zh-CN" sz="1400" b="1" i="1">
                          <a:solidFill>
                            <a:sysClr val="windowText" lastClr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altLang="zh-CN" sz="1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𝟖𝟓𝟕𝟒𝟓</m:t>
                      </m:r>
                      <m:r>
                        <a:rPr lang="en-GB" altLang="zh-CN" sz="1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altLang="zh-CN" sz="1400" b="1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𝟓</m:t>
                      </m:r>
                    </m:oMath>
                  </a14:m>
                  <a:endParaRPr lang="en-US" altLang="zh-CN" sz="1400" b="1" dirty="0">
                    <a:solidFill>
                      <a:sysClr val="windowText" lastClr="000000"/>
                    </a:solidFill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文本框 13">
                  <a:extLst>
                    <a:ext uri="{FF2B5EF4-FFF2-40B4-BE49-F238E27FC236}">
                      <a16:creationId xmlns:a16="http://schemas.microsoft.com/office/drawing/2014/main" id="{A96D1990-A964-7D5E-6EAC-9FB2138841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3887" y="4306808"/>
                  <a:ext cx="2363660" cy="323678"/>
                </a:xfrm>
                <a:prstGeom prst="rect">
                  <a:avLst/>
                </a:prstGeom>
                <a:blipFill>
                  <a:blip r:embed="rId4"/>
                  <a:stretch>
                    <a:fillRect b="-185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EC16AE2-AD78-5D69-4CFB-2CC912A6490D}"/>
                </a:ext>
              </a:extLst>
            </p:cNvPr>
            <p:cNvCxnSpPr>
              <a:cxnSpLocks/>
              <a:stCxn id="16" idx="2"/>
              <a:endCxn id="185" idx="0"/>
            </p:cNvCxnSpPr>
            <p:nvPr/>
          </p:nvCxnSpPr>
          <p:spPr>
            <a:xfrm>
              <a:off x="3853140" y="1202449"/>
              <a:ext cx="190503" cy="75359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E412D0A-B4CD-2121-E232-E6EA7B7F85D7}"/>
                </a:ext>
              </a:extLst>
            </p:cNvPr>
            <p:cNvCxnSpPr>
              <a:cxnSpLocks/>
              <a:stCxn id="13" idx="2"/>
              <a:endCxn id="4" idx="0"/>
            </p:cNvCxnSpPr>
            <p:nvPr/>
          </p:nvCxnSpPr>
          <p:spPr>
            <a:xfrm flipH="1">
              <a:off x="695400" y="2806487"/>
              <a:ext cx="505074" cy="52684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BCB383C-3723-831A-842E-0845ACD6450B}"/>
                </a:ext>
              </a:extLst>
            </p:cNvPr>
            <p:cNvCxnSpPr>
              <a:cxnSpLocks/>
              <a:stCxn id="26" idx="0"/>
              <a:endCxn id="2" idx="2"/>
            </p:cNvCxnSpPr>
            <p:nvPr/>
          </p:nvCxnSpPr>
          <p:spPr>
            <a:xfrm flipH="1" flipV="1">
              <a:off x="4043643" y="3606126"/>
              <a:ext cx="532074" cy="7006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28661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5D3EE865-B167-7B2B-835A-4A163DED4EB3}"/>
              </a:ext>
            </a:extLst>
          </p:cNvPr>
          <p:cNvGrpSpPr/>
          <p:nvPr/>
        </p:nvGrpSpPr>
        <p:grpSpPr>
          <a:xfrm>
            <a:off x="864478" y="47032"/>
            <a:ext cx="10311382" cy="6478312"/>
            <a:chOff x="864478" y="47032"/>
            <a:chExt cx="10311382" cy="647831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8D97C4C-A281-91FE-29D2-66603F473006}"/>
                </a:ext>
              </a:extLst>
            </p:cNvPr>
            <p:cNvSpPr/>
            <p:nvPr/>
          </p:nvSpPr>
          <p:spPr>
            <a:xfrm>
              <a:off x="1271464" y="4155238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(0,0)</a:t>
              </a:r>
              <a:endParaRPr lang="en-GB" dirty="0"/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3DEB8D98-132A-6BB8-9980-B3FD47139A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1464" y="6117621"/>
              <a:ext cx="9505056" cy="11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3898CDE-1AAE-CBB3-355C-CD49DC8B2F30}"/>
                </a:ext>
              </a:extLst>
            </p:cNvPr>
            <p:cNvSpPr txBox="1"/>
            <p:nvPr/>
          </p:nvSpPr>
          <p:spPr>
            <a:xfrm>
              <a:off x="10377180" y="6156012"/>
              <a:ext cx="7986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Stages</a:t>
              </a: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DC5D5E27-4086-62AA-2007-57CAE61471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7528" y="2388603"/>
              <a:ext cx="1620180" cy="1910648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6CDD8CF-3544-38A8-8D7B-D1F861E0C8FB}"/>
                </a:ext>
              </a:extLst>
            </p:cNvPr>
            <p:cNvSpPr txBox="1"/>
            <p:nvPr/>
          </p:nvSpPr>
          <p:spPr>
            <a:xfrm>
              <a:off x="2851383" y="1838750"/>
              <a:ext cx="1494320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0.08</a:t>
              </a:r>
            </a:p>
            <a:p>
              <a:r>
                <a:rPr lang="en-GB" sz="1100" dirty="0"/>
                <a:t>[100,100,100,100,100]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ADDA7E7-EA15-D7C9-57A5-8C7147554E02}"/>
                </a:ext>
              </a:extLst>
            </p:cNvPr>
            <p:cNvSpPr/>
            <p:nvPr/>
          </p:nvSpPr>
          <p:spPr>
            <a:xfrm>
              <a:off x="3467708" y="2244590"/>
              <a:ext cx="576064" cy="288025"/>
            </a:xfrm>
            <a:prstGeom prst="flowChartAlternate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(1,1)</a:t>
              </a:r>
              <a:endParaRPr lang="en-GB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9DC6289-77BE-FE9E-083C-5814E5B6828B}"/>
                </a:ext>
              </a:extLst>
            </p:cNvPr>
            <p:cNvSpPr/>
            <p:nvPr/>
          </p:nvSpPr>
          <p:spPr>
            <a:xfrm>
              <a:off x="3467708" y="3694043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(1,2)</a:t>
              </a:r>
              <a:endParaRPr lang="en-GB" dirty="0"/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8AF2811-1C19-90E4-5916-5C5E72CC09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7528" y="3838056"/>
              <a:ext cx="1620180" cy="46119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E68E9A8-5C94-1BA3-FDB1-4761788E3C68}"/>
                </a:ext>
              </a:extLst>
            </p:cNvPr>
            <p:cNvSpPr/>
            <p:nvPr/>
          </p:nvSpPr>
          <p:spPr>
            <a:xfrm>
              <a:off x="5280967" y="1337485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(2,1)</a:t>
              </a:r>
              <a:endParaRPr lang="en-GB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2B1C603-5E59-45E1-118F-208AAB265079}"/>
                </a:ext>
              </a:extLst>
            </p:cNvPr>
            <p:cNvSpPr/>
            <p:nvPr/>
          </p:nvSpPr>
          <p:spPr>
            <a:xfrm>
              <a:off x="5275547" y="3703751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(2,3)</a:t>
              </a:r>
              <a:endParaRPr lang="en-GB" dirty="0"/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B9E6FC8E-D84A-A5A2-881F-29E248DA3C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43772" y="1481498"/>
              <a:ext cx="1237195" cy="90710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3A0E1A6-44EB-DCF3-4F71-632D45F35AE2}"/>
                </a:ext>
              </a:extLst>
            </p:cNvPr>
            <p:cNvSpPr/>
            <p:nvPr/>
          </p:nvSpPr>
          <p:spPr>
            <a:xfrm>
              <a:off x="7392553" y="352148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(3,1)</a:t>
              </a:r>
              <a:endParaRPr lang="en-GB" dirty="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D2375C1-B927-DF62-FEC1-DF7788D715B2}"/>
                </a:ext>
              </a:extLst>
            </p:cNvPr>
            <p:cNvSpPr/>
            <p:nvPr/>
          </p:nvSpPr>
          <p:spPr>
            <a:xfrm>
              <a:off x="7392144" y="1480494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(3,2)</a:t>
              </a:r>
              <a:endParaRPr lang="en-GB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11BAD2-6A52-9DDF-26EB-5F616524EBF3}"/>
                </a:ext>
              </a:extLst>
            </p:cNvPr>
            <p:cNvSpPr/>
            <p:nvPr/>
          </p:nvSpPr>
          <p:spPr>
            <a:xfrm>
              <a:off x="7442003" y="3718550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(3,4)</a:t>
              </a:r>
              <a:endParaRPr lang="en-GB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67A0105-AD10-A67E-698F-81E54CD7F679}"/>
                </a:ext>
              </a:extLst>
            </p:cNvPr>
            <p:cNvSpPr txBox="1"/>
            <p:nvPr/>
          </p:nvSpPr>
          <p:spPr>
            <a:xfrm>
              <a:off x="1199456" y="6156012"/>
              <a:ext cx="497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t=0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65C7901-22AF-213A-C9C5-C9F20C76C36A}"/>
                </a:ext>
              </a:extLst>
            </p:cNvPr>
            <p:cNvSpPr txBox="1"/>
            <p:nvPr/>
          </p:nvSpPr>
          <p:spPr>
            <a:xfrm>
              <a:off x="3280228" y="6139886"/>
              <a:ext cx="497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t=1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B655C31-7B87-3777-3B54-24D8E892A44F}"/>
                </a:ext>
              </a:extLst>
            </p:cNvPr>
            <p:cNvSpPr txBox="1"/>
            <p:nvPr/>
          </p:nvSpPr>
          <p:spPr>
            <a:xfrm>
              <a:off x="5361001" y="6117757"/>
              <a:ext cx="497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t=2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F225863-3091-0FEC-228A-8A37E8511707}"/>
                </a:ext>
              </a:extLst>
            </p:cNvPr>
            <p:cNvSpPr txBox="1"/>
            <p:nvPr/>
          </p:nvSpPr>
          <p:spPr>
            <a:xfrm>
              <a:off x="9522546" y="6139886"/>
              <a:ext cx="497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t=4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9F8F4FF-C176-7AFB-0819-EB34DB9E32A9}"/>
                </a:ext>
              </a:extLst>
            </p:cNvPr>
            <p:cNvSpPr/>
            <p:nvPr/>
          </p:nvSpPr>
          <p:spPr>
            <a:xfrm>
              <a:off x="9483549" y="322943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(4,1)</a:t>
              </a:r>
              <a:endParaRPr lang="en-GB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72DE2CED-881B-2794-5695-870477628D4F}"/>
                </a:ext>
              </a:extLst>
            </p:cNvPr>
            <p:cNvSpPr/>
            <p:nvPr/>
          </p:nvSpPr>
          <p:spPr>
            <a:xfrm>
              <a:off x="9483140" y="1451289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(4,2)</a:t>
              </a:r>
              <a:endParaRPr lang="en-GB" dirty="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D678C385-786F-388F-6693-22DEB9FB5186}"/>
                </a:ext>
              </a:extLst>
            </p:cNvPr>
            <p:cNvSpPr/>
            <p:nvPr/>
          </p:nvSpPr>
          <p:spPr>
            <a:xfrm>
              <a:off x="9608459" y="3370058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(4,4)</a:t>
              </a:r>
              <a:endParaRPr lang="en-GB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78D168D-3CDD-1914-4C1B-8F01A5134B70}"/>
                </a:ext>
              </a:extLst>
            </p:cNvPr>
            <p:cNvSpPr/>
            <p:nvPr/>
          </p:nvSpPr>
          <p:spPr>
            <a:xfrm>
              <a:off x="9648833" y="4027414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(4,5)</a:t>
              </a:r>
              <a:endParaRPr lang="en-GB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7DCB4E9-D464-9CAC-7083-1C0FE05160B9}"/>
                </a:ext>
              </a:extLst>
            </p:cNvPr>
            <p:cNvSpPr txBox="1"/>
            <p:nvPr/>
          </p:nvSpPr>
          <p:spPr>
            <a:xfrm>
              <a:off x="7441773" y="6105543"/>
              <a:ext cx="497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t=3</a:t>
              </a:r>
            </a:p>
          </p:txBody>
        </p:sp>
        <p:cxnSp>
          <p:nvCxnSpPr>
            <p:cNvPr id="39" name="直接连接符 30">
              <a:extLst>
                <a:ext uri="{FF2B5EF4-FFF2-40B4-BE49-F238E27FC236}">
                  <a16:creationId xmlns:a16="http://schemas.microsoft.com/office/drawing/2014/main" id="{76688B08-91D3-8860-FD21-D4B6C935DBEF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72" y="3838056"/>
              <a:ext cx="1231775" cy="9708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3" name="直接连接符 30">
              <a:extLst>
                <a:ext uri="{FF2B5EF4-FFF2-40B4-BE49-F238E27FC236}">
                  <a16:creationId xmlns:a16="http://schemas.microsoft.com/office/drawing/2014/main" id="{9CC19A5C-68DB-A7F9-B216-B7D284183119}"/>
                </a:ext>
              </a:extLst>
            </p:cNvPr>
            <p:cNvCxnSpPr>
              <a:cxnSpLocks/>
            </p:cNvCxnSpPr>
            <p:nvPr/>
          </p:nvCxnSpPr>
          <p:spPr>
            <a:xfrm>
              <a:off x="5851611" y="3847764"/>
              <a:ext cx="1590392" cy="14799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6" name="直接连接符 30">
              <a:extLst>
                <a:ext uri="{FF2B5EF4-FFF2-40B4-BE49-F238E27FC236}">
                  <a16:creationId xmlns:a16="http://schemas.microsoft.com/office/drawing/2014/main" id="{F09B664B-3D1F-FBDB-67E8-CA63CE2B84B1}"/>
                </a:ext>
              </a:extLst>
            </p:cNvPr>
            <p:cNvCxnSpPr>
              <a:cxnSpLocks/>
              <a:stCxn id="7" idx="3"/>
              <a:endCxn id="30" idx="1"/>
            </p:cNvCxnSpPr>
            <p:nvPr/>
          </p:nvCxnSpPr>
          <p:spPr>
            <a:xfrm flipV="1">
              <a:off x="8018067" y="3514071"/>
              <a:ext cx="1590392" cy="348492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9" name="直接连接符 30">
              <a:extLst>
                <a:ext uri="{FF2B5EF4-FFF2-40B4-BE49-F238E27FC236}">
                  <a16:creationId xmlns:a16="http://schemas.microsoft.com/office/drawing/2014/main" id="{285E4948-B71D-7DE9-02E8-38DEA1370BB7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8018067" y="3862563"/>
              <a:ext cx="1630766" cy="308864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2" name="直接连接符 30">
              <a:extLst>
                <a:ext uri="{FF2B5EF4-FFF2-40B4-BE49-F238E27FC236}">
                  <a16:creationId xmlns:a16="http://schemas.microsoft.com/office/drawing/2014/main" id="{EB3B8E6C-6E4B-8367-8742-CDC047AFC33A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V="1">
              <a:off x="5857031" y="496161"/>
              <a:ext cx="1535522" cy="985337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5" name="直接连接符 30">
              <a:extLst>
                <a:ext uri="{FF2B5EF4-FFF2-40B4-BE49-F238E27FC236}">
                  <a16:creationId xmlns:a16="http://schemas.microsoft.com/office/drawing/2014/main" id="{0EEAC7A1-3ED7-010A-E1E4-B5ED5F5E3ACF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5857031" y="1481498"/>
              <a:ext cx="1535113" cy="143009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5" name="直接连接符 30">
              <a:extLst>
                <a:ext uri="{FF2B5EF4-FFF2-40B4-BE49-F238E27FC236}">
                  <a16:creationId xmlns:a16="http://schemas.microsoft.com/office/drawing/2014/main" id="{E5912E1F-3F0A-CEF0-EF75-B7F1E9F6A4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8617" y="466956"/>
              <a:ext cx="1514932" cy="2920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9" name="直接连接符 30">
              <a:extLst>
                <a:ext uri="{FF2B5EF4-FFF2-40B4-BE49-F238E27FC236}">
                  <a16:creationId xmlns:a16="http://schemas.microsoft.com/office/drawing/2014/main" id="{B1429138-41DF-2390-65A2-63182A2C9F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8208" y="1595302"/>
              <a:ext cx="1514932" cy="2920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5" name="文本框 13">
              <a:extLst>
                <a:ext uri="{FF2B5EF4-FFF2-40B4-BE49-F238E27FC236}">
                  <a16:creationId xmlns:a16="http://schemas.microsoft.com/office/drawing/2014/main" id="{6913D2C4-CA6B-96FC-8E66-BB0FEF076A60}"/>
                </a:ext>
              </a:extLst>
            </p:cNvPr>
            <p:cNvSpPr txBox="1"/>
            <p:nvPr/>
          </p:nvSpPr>
          <p:spPr>
            <a:xfrm>
              <a:off x="3390995" y="3413186"/>
              <a:ext cx="436338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0.05</a:t>
              </a:r>
            </a:p>
          </p:txBody>
        </p:sp>
        <p:sp>
          <p:nvSpPr>
            <p:cNvPr id="76" name="文本框 13">
              <a:extLst>
                <a:ext uri="{FF2B5EF4-FFF2-40B4-BE49-F238E27FC236}">
                  <a16:creationId xmlns:a16="http://schemas.microsoft.com/office/drawing/2014/main" id="{8B441E53-82E7-776F-C582-BF029D20EBCC}"/>
                </a:ext>
              </a:extLst>
            </p:cNvPr>
            <p:cNvSpPr txBox="1"/>
            <p:nvPr/>
          </p:nvSpPr>
          <p:spPr>
            <a:xfrm>
              <a:off x="5288961" y="1062559"/>
              <a:ext cx="436338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0.07</a:t>
              </a:r>
            </a:p>
            <a:p>
              <a:endParaRPr lang="en-GB" sz="1100" dirty="0"/>
            </a:p>
          </p:txBody>
        </p:sp>
        <p:sp>
          <p:nvSpPr>
            <p:cNvPr id="77" name="文本框 13">
              <a:extLst>
                <a:ext uri="{FF2B5EF4-FFF2-40B4-BE49-F238E27FC236}">
                  <a16:creationId xmlns:a16="http://schemas.microsoft.com/office/drawing/2014/main" id="{0452E933-61F0-99C1-30A0-E14AE5A28558}"/>
                </a:ext>
              </a:extLst>
            </p:cNvPr>
            <p:cNvSpPr txBox="1"/>
            <p:nvPr/>
          </p:nvSpPr>
          <p:spPr>
            <a:xfrm>
              <a:off x="7354879" y="72098"/>
              <a:ext cx="436338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0.08</a:t>
              </a:r>
            </a:p>
            <a:p>
              <a:endParaRPr lang="en-GB" sz="1100" dirty="0"/>
            </a:p>
          </p:txBody>
        </p:sp>
        <p:sp>
          <p:nvSpPr>
            <p:cNvPr id="78" name="文本框 13">
              <a:extLst>
                <a:ext uri="{FF2B5EF4-FFF2-40B4-BE49-F238E27FC236}">
                  <a16:creationId xmlns:a16="http://schemas.microsoft.com/office/drawing/2014/main" id="{9FCEF08E-509A-1BB1-8145-359A80F1B97D}"/>
                </a:ext>
              </a:extLst>
            </p:cNvPr>
            <p:cNvSpPr txBox="1"/>
            <p:nvPr/>
          </p:nvSpPr>
          <p:spPr>
            <a:xfrm>
              <a:off x="9469602" y="47032"/>
              <a:ext cx="508473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0.075</a:t>
              </a:r>
            </a:p>
            <a:p>
              <a:endParaRPr lang="en-GB" sz="1100" dirty="0"/>
            </a:p>
          </p:txBody>
        </p:sp>
        <p:sp>
          <p:nvSpPr>
            <p:cNvPr id="80" name="文本框 13">
              <a:extLst>
                <a:ext uri="{FF2B5EF4-FFF2-40B4-BE49-F238E27FC236}">
                  <a16:creationId xmlns:a16="http://schemas.microsoft.com/office/drawing/2014/main" id="{0C65A737-6CEB-9557-78B4-534E97E4718A}"/>
                </a:ext>
              </a:extLst>
            </p:cNvPr>
            <p:cNvSpPr txBox="1"/>
            <p:nvPr/>
          </p:nvSpPr>
          <p:spPr>
            <a:xfrm>
              <a:off x="7375044" y="1162815"/>
              <a:ext cx="436338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0.06</a:t>
              </a:r>
            </a:p>
            <a:p>
              <a:endParaRPr lang="en-GB" sz="1100" dirty="0"/>
            </a:p>
          </p:txBody>
        </p:sp>
        <p:sp>
          <p:nvSpPr>
            <p:cNvPr id="81" name="文本框 13">
              <a:extLst>
                <a:ext uri="{FF2B5EF4-FFF2-40B4-BE49-F238E27FC236}">
                  <a16:creationId xmlns:a16="http://schemas.microsoft.com/office/drawing/2014/main" id="{46D0CC77-05C4-6101-8708-797EBCBCA669}"/>
                </a:ext>
              </a:extLst>
            </p:cNvPr>
            <p:cNvSpPr txBox="1"/>
            <p:nvPr/>
          </p:nvSpPr>
          <p:spPr>
            <a:xfrm>
              <a:off x="9430664" y="1175842"/>
              <a:ext cx="436338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0.05</a:t>
              </a:r>
            </a:p>
            <a:p>
              <a:endParaRPr lang="en-GB" sz="1100" dirty="0"/>
            </a:p>
          </p:txBody>
        </p:sp>
        <p:sp>
          <p:nvSpPr>
            <p:cNvPr id="85" name="文本框 13">
              <a:extLst>
                <a:ext uri="{FF2B5EF4-FFF2-40B4-BE49-F238E27FC236}">
                  <a16:creationId xmlns:a16="http://schemas.microsoft.com/office/drawing/2014/main" id="{CB579EEC-263E-A433-686B-26519AC017CA}"/>
                </a:ext>
              </a:extLst>
            </p:cNvPr>
            <p:cNvSpPr txBox="1"/>
            <p:nvPr/>
          </p:nvSpPr>
          <p:spPr>
            <a:xfrm>
              <a:off x="5246523" y="3446747"/>
              <a:ext cx="436338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0.06</a:t>
              </a:r>
            </a:p>
          </p:txBody>
        </p:sp>
        <p:sp>
          <p:nvSpPr>
            <p:cNvPr id="86" name="文本框 13">
              <a:extLst>
                <a:ext uri="{FF2B5EF4-FFF2-40B4-BE49-F238E27FC236}">
                  <a16:creationId xmlns:a16="http://schemas.microsoft.com/office/drawing/2014/main" id="{AA1BF5F1-DAC6-C9DE-6104-8119E1D0FBF9}"/>
                </a:ext>
              </a:extLst>
            </p:cNvPr>
            <p:cNvSpPr txBox="1"/>
            <p:nvPr/>
          </p:nvSpPr>
          <p:spPr>
            <a:xfrm>
              <a:off x="7406237" y="3257430"/>
              <a:ext cx="436338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0.08</a:t>
              </a:r>
            </a:p>
            <a:p>
              <a:endParaRPr lang="en-GB" sz="1100" dirty="0"/>
            </a:p>
          </p:txBody>
        </p:sp>
        <p:sp>
          <p:nvSpPr>
            <p:cNvPr id="87" name="文本框 13">
              <a:extLst>
                <a:ext uri="{FF2B5EF4-FFF2-40B4-BE49-F238E27FC236}">
                  <a16:creationId xmlns:a16="http://schemas.microsoft.com/office/drawing/2014/main" id="{80A9B98F-03E9-BB3C-B7D2-318180EDDD52}"/>
                </a:ext>
              </a:extLst>
            </p:cNvPr>
            <p:cNvSpPr txBox="1"/>
            <p:nvPr/>
          </p:nvSpPr>
          <p:spPr>
            <a:xfrm>
              <a:off x="9572693" y="3110857"/>
              <a:ext cx="436338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0.10</a:t>
              </a:r>
            </a:p>
            <a:p>
              <a:endParaRPr lang="en-GB" sz="1100" dirty="0"/>
            </a:p>
          </p:txBody>
        </p:sp>
        <p:sp>
          <p:nvSpPr>
            <p:cNvPr id="88" name="文本框 13">
              <a:extLst>
                <a:ext uri="{FF2B5EF4-FFF2-40B4-BE49-F238E27FC236}">
                  <a16:creationId xmlns:a16="http://schemas.microsoft.com/office/drawing/2014/main" id="{A6550631-0D5A-4CDA-20DF-BD961B5B2F1A}"/>
                </a:ext>
              </a:extLst>
            </p:cNvPr>
            <p:cNvSpPr txBox="1"/>
            <p:nvPr/>
          </p:nvSpPr>
          <p:spPr>
            <a:xfrm>
              <a:off x="9650938" y="3748057"/>
              <a:ext cx="436338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0.07</a:t>
              </a:r>
            </a:p>
            <a:p>
              <a:endParaRPr lang="en-GB" sz="1100" dirty="0"/>
            </a:p>
          </p:txBody>
        </p:sp>
        <p:sp>
          <p:nvSpPr>
            <p:cNvPr id="89" name="文本框 13">
              <a:extLst>
                <a:ext uri="{FF2B5EF4-FFF2-40B4-BE49-F238E27FC236}">
                  <a16:creationId xmlns:a16="http://schemas.microsoft.com/office/drawing/2014/main" id="{325D3C31-6D25-32B0-DFE4-A003E0FA9B93}"/>
                </a:ext>
              </a:extLst>
            </p:cNvPr>
            <p:cNvSpPr txBox="1"/>
            <p:nvPr/>
          </p:nvSpPr>
          <p:spPr>
            <a:xfrm>
              <a:off x="4521640" y="385268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90" name="文本框 13">
              <a:extLst>
                <a:ext uri="{FF2B5EF4-FFF2-40B4-BE49-F238E27FC236}">
                  <a16:creationId xmlns:a16="http://schemas.microsoft.com/office/drawing/2014/main" id="{9189905D-E9E3-8730-4B98-E491B1E15719}"/>
                </a:ext>
              </a:extLst>
            </p:cNvPr>
            <p:cNvSpPr txBox="1"/>
            <p:nvPr/>
          </p:nvSpPr>
          <p:spPr>
            <a:xfrm>
              <a:off x="6609703" y="383003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91" name="文本框 13">
              <a:extLst>
                <a:ext uri="{FF2B5EF4-FFF2-40B4-BE49-F238E27FC236}">
                  <a16:creationId xmlns:a16="http://schemas.microsoft.com/office/drawing/2014/main" id="{3E636823-32B5-03E0-8D8A-D52AEB4AD50A}"/>
                </a:ext>
              </a:extLst>
            </p:cNvPr>
            <p:cNvSpPr txBox="1"/>
            <p:nvPr/>
          </p:nvSpPr>
          <p:spPr>
            <a:xfrm>
              <a:off x="6595393" y="1268760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0.6</a:t>
              </a:r>
            </a:p>
          </p:txBody>
        </p:sp>
        <p:sp>
          <p:nvSpPr>
            <p:cNvPr id="93" name="文本框 13">
              <a:extLst>
                <a:ext uri="{FF2B5EF4-FFF2-40B4-BE49-F238E27FC236}">
                  <a16:creationId xmlns:a16="http://schemas.microsoft.com/office/drawing/2014/main" id="{20BECF36-2628-F29E-2BAD-91CE731C3868}"/>
                </a:ext>
              </a:extLst>
            </p:cNvPr>
            <p:cNvSpPr txBox="1"/>
            <p:nvPr/>
          </p:nvSpPr>
          <p:spPr>
            <a:xfrm>
              <a:off x="8725674" y="1321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94" name="文本框 13">
              <a:extLst>
                <a:ext uri="{FF2B5EF4-FFF2-40B4-BE49-F238E27FC236}">
                  <a16:creationId xmlns:a16="http://schemas.microsoft.com/office/drawing/2014/main" id="{64232636-4918-EFE0-E2C9-0E7B0739DF89}"/>
                </a:ext>
              </a:extLst>
            </p:cNvPr>
            <p:cNvSpPr txBox="1"/>
            <p:nvPr/>
          </p:nvSpPr>
          <p:spPr>
            <a:xfrm>
              <a:off x="8712296" y="23016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96" name="文本框 13">
              <a:extLst>
                <a:ext uri="{FF2B5EF4-FFF2-40B4-BE49-F238E27FC236}">
                  <a16:creationId xmlns:a16="http://schemas.microsoft.com/office/drawing/2014/main" id="{6EBAC785-61C1-C82F-483F-C132EF52A100}"/>
                </a:ext>
              </a:extLst>
            </p:cNvPr>
            <p:cNvSpPr txBox="1"/>
            <p:nvPr/>
          </p:nvSpPr>
          <p:spPr>
            <a:xfrm>
              <a:off x="2632575" y="2743362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0.6</a:t>
              </a:r>
            </a:p>
          </p:txBody>
        </p:sp>
        <p:sp>
          <p:nvSpPr>
            <p:cNvPr id="98" name="文本框 13">
              <a:extLst>
                <a:ext uri="{FF2B5EF4-FFF2-40B4-BE49-F238E27FC236}">
                  <a16:creationId xmlns:a16="http://schemas.microsoft.com/office/drawing/2014/main" id="{363C2CE7-05AF-C3DB-F73A-361DEFFF6E44}"/>
                </a:ext>
              </a:extLst>
            </p:cNvPr>
            <p:cNvSpPr txBox="1"/>
            <p:nvPr/>
          </p:nvSpPr>
          <p:spPr>
            <a:xfrm>
              <a:off x="8791036" y="3343698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0.1</a:t>
              </a:r>
            </a:p>
          </p:txBody>
        </p:sp>
        <p:sp>
          <p:nvSpPr>
            <p:cNvPr id="99" name="文本框 13">
              <a:extLst>
                <a:ext uri="{FF2B5EF4-FFF2-40B4-BE49-F238E27FC236}">
                  <a16:creationId xmlns:a16="http://schemas.microsoft.com/office/drawing/2014/main" id="{91CC2AAF-2B8E-E260-C9D9-A3E7F5897196}"/>
                </a:ext>
              </a:extLst>
            </p:cNvPr>
            <p:cNvSpPr txBox="1"/>
            <p:nvPr/>
          </p:nvSpPr>
          <p:spPr>
            <a:xfrm>
              <a:off x="4694666" y="1412776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0.5</a:t>
              </a:r>
            </a:p>
          </p:txBody>
        </p:sp>
        <p:cxnSp>
          <p:nvCxnSpPr>
            <p:cNvPr id="9" name="直接连接符 10">
              <a:extLst>
                <a:ext uri="{FF2B5EF4-FFF2-40B4-BE49-F238E27FC236}">
                  <a16:creationId xmlns:a16="http://schemas.microsoft.com/office/drawing/2014/main" id="{D9348218-C80B-0376-363B-8E2D7823C184}"/>
                </a:ext>
              </a:extLst>
            </p:cNvPr>
            <p:cNvCxnSpPr>
              <a:cxnSpLocks/>
            </p:cNvCxnSpPr>
            <p:nvPr/>
          </p:nvCxnSpPr>
          <p:spPr>
            <a:xfrm>
              <a:off x="1847528" y="4299251"/>
              <a:ext cx="1620180" cy="822086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3" name="矩形 14">
              <a:extLst>
                <a:ext uri="{FF2B5EF4-FFF2-40B4-BE49-F238E27FC236}">
                  <a16:creationId xmlns:a16="http://schemas.microsoft.com/office/drawing/2014/main" id="{FE99599E-62AF-CC09-AB07-5CD479545199}"/>
                </a:ext>
              </a:extLst>
            </p:cNvPr>
            <p:cNvSpPr/>
            <p:nvPr/>
          </p:nvSpPr>
          <p:spPr>
            <a:xfrm>
              <a:off x="3467708" y="4977324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(1,3)</a:t>
              </a:r>
              <a:endParaRPr lang="en-GB" dirty="0"/>
            </a:p>
          </p:txBody>
        </p:sp>
        <p:sp>
          <p:nvSpPr>
            <p:cNvPr id="34" name="矩形 24">
              <a:extLst>
                <a:ext uri="{FF2B5EF4-FFF2-40B4-BE49-F238E27FC236}">
                  <a16:creationId xmlns:a16="http://schemas.microsoft.com/office/drawing/2014/main" id="{21F6829F-FE09-58CB-DC10-9AA19A12C715}"/>
                </a:ext>
              </a:extLst>
            </p:cNvPr>
            <p:cNvSpPr/>
            <p:nvPr/>
          </p:nvSpPr>
          <p:spPr>
            <a:xfrm>
              <a:off x="5326272" y="2802749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(2,2)</a:t>
              </a:r>
              <a:endParaRPr lang="en-GB" dirty="0"/>
            </a:p>
          </p:txBody>
        </p:sp>
        <p:cxnSp>
          <p:nvCxnSpPr>
            <p:cNvPr id="35" name="直接连接符 30">
              <a:extLst>
                <a:ext uri="{FF2B5EF4-FFF2-40B4-BE49-F238E27FC236}">
                  <a16:creationId xmlns:a16="http://schemas.microsoft.com/office/drawing/2014/main" id="{5FE01ED1-5C2E-29F5-BFEA-9B89B0BC86F2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72" y="2388603"/>
              <a:ext cx="1282500" cy="558159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37" name="矩形 4">
              <a:extLst>
                <a:ext uri="{FF2B5EF4-FFF2-40B4-BE49-F238E27FC236}">
                  <a16:creationId xmlns:a16="http://schemas.microsoft.com/office/drawing/2014/main" id="{20DB3190-F122-3D8E-424A-5FFD77CFDEC0}"/>
                </a:ext>
              </a:extLst>
            </p:cNvPr>
            <p:cNvSpPr/>
            <p:nvPr/>
          </p:nvSpPr>
          <p:spPr>
            <a:xfrm>
              <a:off x="7486256" y="2532440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3,3)</a:t>
              </a:r>
              <a:endParaRPr lang="en-GB" dirty="0"/>
            </a:p>
          </p:txBody>
        </p:sp>
        <p:sp>
          <p:nvSpPr>
            <p:cNvPr id="38" name="矩形 28">
              <a:extLst>
                <a:ext uri="{FF2B5EF4-FFF2-40B4-BE49-F238E27FC236}">
                  <a16:creationId xmlns:a16="http://schemas.microsoft.com/office/drawing/2014/main" id="{CCA56D9B-CEB6-95BA-78C4-AA854DD75467}"/>
                </a:ext>
              </a:extLst>
            </p:cNvPr>
            <p:cNvSpPr/>
            <p:nvPr/>
          </p:nvSpPr>
          <p:spPr>
            <a:xfrm>
              <a:off x="9577252" y="2503235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(4,3)</a:t>
              </a:r>
              <a:endParaRPr lang="en-GB" dirty="0"/>
            </a:p>
          </p:txBody>
        </p:sp>
        <p:cxnSp>
          <p:nvCxnSpPr>
            <p:cNvPr id="40" name="直接连接符 30">
              <a:extLst>
                <a:ext uri="{FF2B5EF4-FFF2-40B4-BE49-F238E27FC236}">
                  <a16:creationId xmlns:a16="http://schemas.microsoft.com/office/drawing/2014/main" id="{C8EE3F70-A323-8BE8-AE88-530289B6B511}"/>
                </a:ext>
              </a:extLst>
            </p:cNvPr>
            <p:cNvCxnSpPr>
              <a:cxnSpLocks/>
              <a:endCxn id="37" idx="1"/>
            </p:cNvCxnSpPr>
            <p:nvPr/>
          </p:nvCxnSpPr>
          <p:spPr>
            <a:xfrm flipV="1">
              <a:off x="5902336" y="2676453"/>
              <a:ext cx="1583920" cy="270309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1" name="直接连接符 30">
              <a:extLst>
                <a:ext uri="{FF2B5EF4-FFF2-40B4-BE49-F238E27FC236}">
                  <a16:creationId xmlns:a16="http://schemas.microsoft.com/office/drawing/2014/main" id="{8EDCD7E2-0033-0471-C4C2-F86FF16FBC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2320" y="2647248"/>
              <a:ext cx="1514932" cy="2920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2" name="文本框 13">
              <a:extLst>
                <a:ext uri="{FF2B5EF4-FFF2-40B4-BE49-F238E27FC236}">
                  <a16:creationId xmlns:a16="http://schemas.microsoft.com/office/drawing/2014/main" id="{BF21FF13-30E6-98C1-557C-8EFD8AEC6EBC}"/>
                </a:ext>
              </a:extLst>
            </p:cNvPr>
            <p:cNvSpPr txBox="1"/>
            <p:nvPr/>
          </p:nvSpPr>
          <p:spPr>
            <a:xfrm>
              <a:off x="5271045" y="2549224"/>
              <a:ext cx="809837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100" dirty="0"/>
                <a:t>0.07</a:t>
              </a:r>
            </a:p>
            <a:p>
              <a:endParaRPr lang="en-GB" sz="1100" dirty="0"/>
            </a:p>
          </p:txBody>
        </p:sp>
        <p:sp>
          <p:nvSpPr>
            <p:cNvPr id="44" name="文本框 13">
              <a:extLst>
                <a:ext uri="{FF2B5EF4-FFF2-40B4-BE49-F238E27FC236}">
                  <a16:creationId xmlns:a16="http://schemas.microsoft.com/office/drawing/2014/main" id="{4C25FC92-C34E-215F-D7AF-D2FB13B3990D}"/>
                </a:ext>
              </a:extLst>
            </p:cNvPr>
            <p:cNvSpPr txBox="1"/>
            <p:nvPr/>
          </p:nvSpPr>
          <p:spPr>
            <a:xfrm>
              <a:off x="7438939" y="2268867"/>
              <a:ext cx="809837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100" dirty="0"/>
                <a:t>0.05</a:t>
              </a:r>
            </a:p>
            <a:p>
              <a:endParaRPr lang="en-GB" sz="1100" dirty="0"/>
            </a:p>
          </p:txBody>
        </p:sp>
        <p:sp>
          <p:nvSpPr>
            <p:cNvPr id="45" name="文本框 13">
              <a:extLst>
                <a:ext uri="{FF2B5EF4-FFF2-40B4-BE49-F238E27FC236}">
                  <a16:creationId xmlns:a16="http://schemas.microsoft.com/office/drawing/2014/main" id="{D8506003-6390-6E2B-341D-18F3B3E4DF54}"/>
                </a:ext>
              </a:extLst>
            </p:cNvPr>
            <p:cNvSpPr txBox="1"/>
            <p:nvPr/>
          </p:nvSpPr>
          <p:spPr>
            <a:xfrm>
              <a:off x="9563191" y="2244590"/>
              <a:ext cx="809837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100" dirty="0"/>
                <a:t>0.04</a:t>
              </a:r>
            </a:p>
            <a:p>
              <a:endParaRPr lang="en-GB" sz="1100" dirty="0"/>
            </a:p>
          </p:txBody>
        </p:sp>
        <p:sp>
          <p:nvSpPr>
            <p:cNvPr id="47" name="文本框 13">
              <a:extLst>
                <a:ext uri="{FF2B5EF4-FFF2-40B4-BE49-F238E27FC236}">
                  <a16:creationId xmlns:a16="http://schemas.microsoft.com/office/drawing/2014/main" id="{C5A27DAA-D90A-4D63-AF47-A29FFAF2A156}"/>
                </a:ext>
              </a:extLst>
            </p:cNvPr>
            <p:cNvSpPr txBox="1"/>
            <p:nvPr/>
          </p:nvSpPr>
          <p:spPr>
            <a:xfrm>
              <a:off x="6640698" y="2492896"/>
              <a:ext cx="2760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48" name="文本框 13">
              <a:extLst>
                <a:ext uri="{FF2B5EF4-FFF2-40B4-BE49-F238E27FC236}">
                  <a16:creationId xmlns:a16="http://schemas.microsoft.com/office/drawing/2014/main" id="{C5E6D010-3DBE-A470-1198-41993E13C969}"/>
                </a:ext>
              </a:extLst>
            </p:cNvPr>
            <p:cNvSpPr txBox="1"/>
            <p:nvPr/>
          </p:nvSpPr>
          <p:spPr>
            <a:xfrm>
              <a:off x="8770979" y="2420888"/>
              <a:ext cx="2760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50" name="文本框 13">
              <a:extLst>
                <a:ext uri="{FF2B5EF4-FFF2-40B4-BE49-F238E27FC236}">
                  <a16:creationId xmlns:a16="http://schemas.microsoft.com/office/drawing/2014/main" id="{EB446365-DD0A-E5B9-B058-3BDA7A57C2A6}"/>
                </a:ext>
              </a:extLst>
            </p:cNvPr>
            <p:cNvSpPr txBox="1"/>
            <p:nvPr/>
          </p:nvSpPr>
          <p:spPr>
            <a:xfrm>
              <a:off x="4635234" y="2420888"/>
              <a:ext cx="4154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0.5</a:t>
              </a:r>
            </a:p>
          </p:txBody>
        </p:sp>
        <p:sp>
          <p:nvSpPr>
            <p:cNvPr id="56" name="矩形 25">
              <a:extLst>
                <a:ext uri="{FF2B5EF4-FFF2-40B4-BE49-F238E27FC236}">
                  <a16:creationId xmlns:a16="http://schemas.microsoft.com/office/drawing/2014/main" id="{D1E1255D-2D3E-A424-E411-640DB8A9F950}"/>
                </a:ext>
              </a:extLst>
            </p:cNvPr>
            <p:cNvSpPr/>
            <p:nvPr/>
          </p:nvSpPr>
          <p:spPr>
            <a:xfrm>
              <a:off x="5261319" y="5003553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(2,4)</a:t>
              </a:r>
              <a:endParaRPr lang="en-GB" dirty="0"/>
            </a:p>
          </p:txBody>
        </p:sp>
        <p:sp>
          <p:nvSpPr>
            <p:cNvPr id="57" name="矩形 6">
              <a:extLst>
                <a:ext uri="{FF2B5EF4-FFF2-40B4-BE49-F238E27FC236}">
                  <a16:creationId xmlns:a16="http://schemas.microsoft.com/office/drawing/2014/main" id="{19E64C29-08E5-30AA-F3DD-8A3EA295B7D9}"/>
                </a:ext>
              </a:extLst>
            </p:cNvPr>
            <p:cNvSpPr/>
            <p:nvPr/>
          </p:nvSpPr>
          <p:spPr>
            <a:xfrm>
              <a:off x="7427775" y="5018352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(3,5)</a:t>
              </a:r>
              <a:endParaRPr lang="en-GB" dirty="0"/>
            </a:p>
          </p:txBody>
        </p:sp>
        <p:sp>
          <p:nvSpPr>
            <p:cNvPr id="58" name="矩形 29">
              <a:extLst>
                <a:ext uri="{FF2B5EF4-FFF2-40B4-BE49-F238E27FC236}">
                  <a16:creationId xmlns:a16="http://schemas.microsoft.com/office/drawing/2014/main" id="{B0F274B8-A5FF-DCCD-4F9A-55505A057B1A}"/>
                </a:ext>
              </a:extLst>
            </p:cNvPr>
            <p:cNvSpPr/>
            <p:nvPr/>
          </p:nvSpPr>
          <p:spPr>
            <a:xfrm>
              <a:off x="9651213" y="4692719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(4,6)</a:t>
              </a:r>
              <a:endParaRPr lang="en-GB" dirty="0"/>
            </a:p>
          </p:txBody>
        </p:sp>
        <p:sp>
          <p:nvSpPr>
            <p:cNvPr id="60" name="矩形 32">
              <a:extLst>
                <a:ext uri="{FF2B5EF4-FFF2-40B4-BE49-F238E27FC236}">
                  <a16:creationId xmlns:a16="http://schemas.microsoft.com/office/drawing/2014/main" id="{2FF68D6D-9EF7-CFC1-E3F6-5DC8DD3BA214}"/>
                </a:ext>
              </a:extLst>
            </p:cNvPr>
            <p:cNvSpPr/>
            <p:nvPr/>
          </p:nvSpPr>
          <p:spPr>
            <a:xfrm>
              <a:off x="9665265" y="5576304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(4,7)</a:t>
              </a:r>
              <a:endParaRPr lang="en-GB" dirty="0"/>
            </a:p>
          </p:txBody>
        </p:sp>
        <p:cxnSp>
          <p:nvCxnSpPr>
            <p:cNvPr id="61" name="直接连接符 30">
              <a:extLst>
                <a:ext uri="{FF2B5EF4-FFF2-40B4-BE49-F238E27FC236}">
                  <a16:creationId xmlns:a16="http://schemas.microsoft.com/office/drawing/2014/main" id="{9B84C167-844E-C62D-D6C1-326E5D9C3364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72" y="5121337"/>
              <a:ext cx="1217547" cy="26229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3" name="直接连接符 30">
              <a:extLst>
                <a:ext uri="{FF2B5EF4-FFF2-40B4-BE49-F238E27FC236}">
                  <a16:creationId xmlns:a16="http://schemas.microsoft.com/office/drawing/2014/main" id="{FC908368-3320-4780-783B-4FC872F55883}"/>
                </a:ext>
              </a:extLst>
            </p:cNvPr>
            <p:cNvCxnSpPr>
              <a:cxnSpLocks/>
            </p:cNvCxnSpPr>
            <p:nvPr/>
          </p:nvCxnSpPr>
          <p:spPr>
            <a:xfrm>
              <a:off x="5837383" y="5147566"/>
              <a:ext cx="1590392" cy="14799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4" name="直接连接符 30">
              <a:extLst>
                <a:ext uri="{FF2B5EF4-FFF2-40B4-BE49-F238E27FC236}">
                  <a16:creationId xmlns:a16="http://schemas.microsoft.com/office/drawing/2014/main" id="{C50C1A5E-2D5B-A7BE-E06D-54C5D52FE785}"/>
                </a:ext>
              </a:extLst>
            </p:cNvPr>
            <p:cNvCxnSpPr>
              <a:cxnSpLocks/>
              <a:stCxn id="7" idx="3"/>
              <a:endCxn id="58" idx="1"/>
            </p:cNvCxnSpPr>
            <p:nvPr/>
          </p:nvCxnSpPr>
          <p:spPr>
            <a:xfrm>
              <a:off x="8018067" y="3862563"/>
              <a:ext cx="1633146" cy="974169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6" name="直接连接符 30">
              <a:extLst>
                <a:ext uri="{FF2B5EF4-FFF2-40B4-BE49-F238E27FC236}">
                  <a16:creationId xmlns:a16="http://schemas.microsoft.com/office/drawing/2014/main" id="{6B791091-34ED-CE02-AEAF-37BC99745DD6}"/>
                </a:ext>
              </a:extLst>
            </p:cNvPr>
            <p:cNvCxnSpPr>
              <a:cxnSpLocks/>
              <a:endCxn id="60" idx="1"/>
            </p:cNvCxnSpPr>
            <p:nvPr/>
          </p:nvCxnSpPr>
          <p:spPr>
            <a:xfrm>
              <a:off x="8003839" y="5162365"/>
              <a:ext cx="1661426" cy="557952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7" name="文本框 13">
              <a:extLst>
                <a:ext uri="{FF2B5EF4-FFF2-40B4-BE49-F238E27FC236}">
                  <a16:creationId xmlns:a16="http://schemas.microsoft.com/office/drawing/2014/main" id="{58C787AD-9ABF-B5F4-4287-D238C2596389}"/>
                </a:ext>
              </a:extLst>
            </p:cNvPr>
            <p:cNvSpPr txBox="1"/>
            <p:nvPr/>
          </p:nvSpPr>
          <p:spPr>
            <a:xfrm>
              <a:off x="5243900" y="4675786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100" dirty="0"/>
                <a:t>0.05</a:t>
              </a:r>
            </a:p>
          </p:txBody>
        </p:sp>
        <p:sp>
          <p:nvSpPr>
            <p:cNvPr id="68" name="文本框 13">
              <a:extLst>
                <a:ext uri="{FF2B5EF4-FFF2-40B4-BE49-F238E27FC236}">
                  <a16:creationId xmlns:a16="http://schemas.microsoft.com/office/drawing/2014/main" id="{E7835587-6FCE-C779-C5F7-DCE0FC6490A2}"/>
                </a:ext>
              </a:extLst>
            </p:cNvPr>
            <p:cNvSpPr txBox="1"/>
            <p:nvPr/>
          </p:nvSpPr>
          <p:spPr>
            <a:xfrm>
              <a:off x="7390853" y="4719134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100" dirty="0"/>
                <a:t>0.06</a:t>
              </a:r>
            </a:p>
          </p:txBody>
        </p:sp>
        <p:sp>
          <p:nvSpPr>
            <p:cNvPr id="70" name="文本框 13">
              <a:extLst>
                <a:ext uri="{FF2B5EF4-FFF2-40B4-BE49-F238E27FC236}">
                  <a16:creationId xmlns:a16="http://schemas.microsoft.com/office/drawing/2014/main" id="{F006316D-3DEC-76FC-1679-477B8E4AB0B5}"/>
                </a:ext>
              </a:extLst>
            </p:cNvPr>
            <p:cNvSpPr txBox="1"/>
            <p:nvPr/>
          </p:nvSpPr>
          <p:spPr>
            <a:xfrm>
              <a:off x="9648833" y="4395046"/>
              <a:ext cx="809837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100" dirty="0"/>
                <a:t>0.02</a:t>
              </a:r>
            </a:p>
            <a:p>
              <a:endParaRPr lang="en-GB" sz="1100" dirty="0"/>
            </a:p>
          </p:txBody>
        </p:sp>
        <p:sp>
          <p:nvSpPr>
            <p:cNvPr id="71" name="文本框 13">
              <a:extLst>
                <a:ext uri="{FF2B5EF4-FFF2-40B4-BE49-F238E27FC236}">
                  <a16:creationId xmlns:a16="http://schemas.microsoft.com/office/drawing/2014/main" id="{7B99BCB4-129B-68F4-B6FD-65789CD6EC77}"/>
                </a:ext>
              </a:extLst>
            </p:cNvPr>
            <p:cNvSpPr txBox="1"/>
            <p:nvPr/>
          </p:nvSpPr>
          <p:spPr>
            <a:xfrm>
              <a:off x="9648501" y="5333435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100" dirty="0"/>
                <a:t>0.07</a:t>
              </a:r>
            </a:p>
          </p:txBody>
        </p:sp>
        <p:sp>
          <p:nvSpPr>
            <p:cNvPr id="72" name="文本框 13">
              <a:extLst>
                <a:ext uri="{FF2B5EF4-FFF2-40B4-BE49-F238E27FC236}">
                  <a16:creationId xmlns:a16="http://schemas.microsoft.com/office/drawing/2014/main" id="{2740767C-798F-DBA5-8344-72035279A69E}"/>
                </a:ext>
              </a:extLst>
            </p:cNvPr>
            <p:cNvSpPr txBox="1"/>
            <p:nvPr/>
          </p:nvSpPr>
          <p:spPr>
            <a:xfrm>
              <a:off x="4507412" y="4869160"/>
              <a:ext cx="2760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73" name="文本框 13">
              <a:extLst>
                <a:ext uri="{FF2B5EF4-FFF2-40B4-BE49-F238E27FC236}">
                  <a16:creationId xmlns:a16="http://schemas.microsoft.com/office/drawing/2014/main" id="{0EE174C2-2717-C921-5AA7-2775A81E26C6}"/>
                </a:ext>
              </a:extLst>
            </p:cNvPr>
            <p:cNvSpPr txBox="1"/>
            <p:nvPr/>
          </p:nvSpPr>
          <p:spPr>
            <a:xfrm>
              <a:off x="6595475" y="4869160"/>
              <a:ext cx="2760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74" name="文本框 13">
              <a:extLst>
                <a:ext uri="{FF2B5EF4-FFF2-40B4-BE49-F238E27FC236}">
                  <a16:creationId xmlns:a16="http://schemas.microsoft.com/office/drawing/2014/main" id="{FA9CF81F-9938-3133-3DF1-31B081CA802A}"/>
                </a:ext>
              </a:extLst>
            </p:cNvPr>
            <p:cNvSpPr txBox="1"/>
            <p:nvPr/>
          </p:nvSpPr>
          <p:spPr>
            <a:xfrm>
              <a:off x="8750407" y="5154405"/>
              <a:ext cx="4154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104" name="文本框 13">
              <a:extLst>
                <a:ext uri="{FF2B5EF4-FFF2-40B4-BE49-F238E27FC236}">
                  <a16:creationId xmlns:a16="http://schemas.microsoft.com/office/drawing/2014/main" id="{E1D79E20-149C-D0D7-2D2C-EAD5FED3ADC6}"/>
                </a:ext>
              </a:extLst>
            </p:cNvPr>
            <p:cNvSpPr txBox="1"/>
            <p:nvPr/>
          </p:nvSpPr>
          <p:spPr>
            <a:xfrm>
              <a:off x="3473859" y="4722508"/>
              <a:ext cx="436338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0.04</a:t>
              </a:r>
            </a:p>
          </p:txBody>
        </p:sp>
        <p:sp>
          <p:nvSpPr>
            <p:cNvPr id="105" name="文本框 13">
              <a:extLst>
                <a:ext uri="{FF2B5EF4-FFF2-40B4-BE49-F238E27FC236}">
                  <a16:creationId xmlns:a16="http://schemas.microsoft.com/office/drawing/2014/main" id="{9872B9D3-9555-AF45-B94F-F9F231492B10}"/>
                </a:ext>
              </a:extLst>
            </p:cNvPr>
            <p:cNvSpPr txBox="1"/>
            <p:nvPr/>
          </p:nvSpPr>
          <p:spPr>
            <a:xfrm>
              <a:off x="2644072" y="3708673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0.2</a:t>
              </a:r>
            </a:p>
          </p:txBody>
        </p:sp>
        <p:sp>
          <p:nvSpPr>
            <p:cNvPr id="106" name="文本框 13">
              <a:extLst>
                <a:ext uri="{FF2B5EF4-FFF2-40B4-BE49-F238E27FC236}">
                  <a16:creationId xmlns:a16="http://schemas.microsoft.com/office/drawing/2014/main" id="{7D85CB97-C88C-4EDD-9774-BBB1C6D18E6C}"/>
                </a:ext>
              </a:extLst>
            </p:cNvPr>
            <p:cNvSpPr txBox="1"/>
            <p:nvPr/>
          </p:nvSpPr>
          <p:spPr>
            <a:xfrm>
              <a:off x="2632575" y="4489615"/>
              <a:ext cx="4154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0.2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5A44A2C-9E3C-4F7A-E68B-D448FEB10DA2}"/>
                    </a:ext>
                  </a:extLst>
                </p:cNvPr>
                <p:cNvSpPr txBox="1"/>
                <p:nvPr/>
              </p:nvSpPr>
              <p:spPr>
                <a:xfrm>
                  <a:off x="2305916" y="1413866"/>
                  <a:ext cx="706128" cy="31720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b="1" i="1" smtClean="0">
                                <a:solidFill>
                                  <a:srgbClr val="7030A0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GB" sz="1400" b="1" i="0" kern="100">
                                <a:solidFill>
                                  <a:srgbClr val="7030A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𝐫</m:t>
                            </m:r>
                          </m:e>
                          <m:sub>
                            <m:r>
                              <a:rPr lang="en-GB" sz="1400" b="1" i="0" kern="100" smtClean="0">
                                <a:solidFill>
                                  <a:srgbClr val="7030A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𝟏</m:t>
                            </m:r>
                            <m:r>
                              <a:rPr lang="en-GB" sz="1400" b="1" i="0" kern="100">
                                <a:solidFill>
                                  <a:srgbClr val="7030A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GB" sz="1400" b="1" i="0" kern="100" smtClean="0">
                                <a:solidFill>
                                  <a:srgbClr val="7030A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GB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5A44A2C-9E3C-4F7A-E68B-D448FEB10D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5916" y="1413866"/>
                  <a:ext cx="706128" cy="31720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20C92D02-BF64-AB0A-CD1B-FE49361D7355}"/>
                    </a:ext>
                  </a:extLst>
                </p:cNvPr>
                <p:cNvSpPr txBox="1"/>
                <p:nvPr/>
              </p:nvSpPr>
              <p:spPr>
                <a:xfrm>
                  <a:off x="2063552" y="1966360"/>
                  <a:ext cx="706128" cy="3441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GB" sz="1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1" i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lang="en-GB" sz="1400" b="1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1400" b="1" i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1400" b="1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1400" b="1" i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𝐢</m:t>
                            </m:r>
                          </m:sup>
                        </m:sSubSup>
                      </m:oMath>
                    </m:oMathPara>
                  </a14:m>
                  <a:endParaRPr lang="en-GB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20C92D02-BF64-AB0A-CD1B-FE49361D73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3552" y="1966360"/>
                  <a:ext cx="706128" cy="3441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D2BB19A3-90F2-DC4F-F137-E030E813E39D}"/>
                </a:ext>
              </a:extLst>
            </p:cNvPr>
            <p:cNvCxnSpPr>
              <a:cxnSpLocks/>
            </p:cNvCxnSpPr>
            <p:nvPr/>
          </p:nvCxnSpPr>
          <p:spPr>
            <a:xfrm>
              <a:off x="2803084" y="1623375"/>
              <a:ext cx="208960" cy="27350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AE45AD5B-4BAA-43EC-98FB-4794BDF91AAC}"/>
                </a:ext>
              </a:extLst>
            </p:cNvPr>
            <p:cNvCxnSpPr>
              <a:cxnSpLocks/>
            </p:cNvCxnSpPr>
            <p:nvPr/>
          </p:nvCxnSpPr>
          <p:spPr>
            <a:xfrm>
              <a:off x="2549022" y="2110449"/>
              <a:ext cx="388459" cy="38866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D817C3C-A1F9-BE90-E368-03F8A2777BBE}"/>
                </a:ext>
              </a:extLst>
            </p:cNvPr>
            <p:cNvSpPr txBox="1"/>
            <p:nvPr/>
          </p:nvSpPr>
          <p:spPr>
            <a:xfrm>
              <a:off x="864478" y="3679454"/>
              <a:ext cx="706128" cy="3172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b="1" dirty="0">
                  <a:solidFill>
                    <a:srgbClr val="7030A0"/>
                  </a:solidFill>
                </a:rPr>
                <a:t>(</a:t>
              </a:r>
              <a:r>
                <a:rPr lang="en-GB" sz="1400" b="1" dirty="0" err="1">
                  <a:solidFill>
                    <a:srgbClr val="7030A0"/>
                  </a:solidFill>
                </a:rPr>
                <a:t>t,k</a:t>
              </a:r>
              <a:r>
                <a:rPr lang="en-GB" sz="1400" b="1" dirty="0">
                  <a:solidFill>
                    <a:srgbClr val="7030A0"/>
                  </a:solidFill>
                </a:rPr>
                <a:t>)</a:t>
              </a: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B6297D12-F0DE-130C-FE36-94223DE2A680}"/>
                </a:ext>
              </a:extLst>
            </p:cNvPr>
            <p:cNvCxnSpPr>
              <a:cxnSpLocks/>
            </p:cNvCxnSpPr>
            <p:nvPr/>
          </p:nvCxnSpPr>
          <p:spPr>
            <a:xfrm>
              <a:off x="1269084" y="3859894"/>
              <a:ext cx="301522" cy="302576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13">
              <a:extLst>
                <a:ext uri="{FF2B5EF4-FFF2-40B4-BE49-F238E27FC236}">
                  <a16:creationId xmlns:a16="http://schemas.microsoft.com/office/drawing/2014/main" id="{58A47E00-8C14-77BF-C89A-FEF932CD5E1C}"/>
                </a:ext>
              </a:extLst>
            </p:cNvPr>
            <p:cNvSpPr txBox="1"/>
            <p:nvPr/>
          </p:nvSpPr>
          <p:spPr>
            <a:xfrm>
              <a:off x="8874344" y="3742556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0.7</a:t>
              </a:r>
            </a:p>
          </p:txBody>
        </p:sp>
        <p:sp>
          <p:nvSpPr>
            <p:cNvPr id="8" name="文本框 13">
              <a:extLst>
                <a:ext uri="{FF2B5EF4-FFF2-40B4-BE49-F238E27FC236}">
                  <a16:creationId xmlns:a16="http://schemas.microsoft.com/office/drawing/2014/main" id="{9B5667F5-2073-B163-1BD2-7C5936C959CB}"/>
                </a:ext>
              </a:extLst>
            </p:cNvPr>
            <p:cNvSpPr txBox="1"/>
            <p:nvPr/>
          </p:nvSpPr>
          <p:spPr>
            <a:xfrm>
              <a:off x="8929942" y="4210346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0.2</a:t>
              </a:r>
            </a:p>
          </p:txBody>
        </p:sp>
        <p:sp>
          <p:nvSpPr>
            <p:cNvPr id="12" name="文本框 13">
              <a:extLst>
                <a:ext uri="{FF2B5EF4-FFF2-40B4-BE49-F238E27FC236}">
                  <a16:creationId xmlns:a16="http://schemas.microsoft.com/office/drawing/2014/main" id="{92D27AF9-40E5-A5A2-29C9-E25D38AC9E0C}"/>
                </a:ext>
              </a:extLst>
            </p:cNvPr>
            <p:cNvSpPr txBox="1"/>
            <p:nvPr/>
          </p:nvSpPr>
          <p:spPr>
            <a:xfrm>
              <a:off x="6612050" y="548680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720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5D3EE865-B167-7B2B-835A-4A163DED4EB3}"/>
              </a:ext>
            </a:extLst>
          </p:cNvPr>
          <p:cNvGrpSpPr/>
          <p:nvPr/>
        </p:nvGrpSpPr>
        <p:grpSpPr>
          <a:xfrm>
            <a:off x="864478" y="47032"/>
            <a:ext cx="10311382" cy="6478312"/>
            <a:chOff x="864478" y="47032"/>
            <a:chExt cx="10311382" cy="647831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8D97C4C-A281-91FE-29D2-66603F473006}"/>
                </a:ext>
              </a:extLst>
            </p:cNvPr>
            <p:cNvSpPr/>
            <p:nvPr/>
          </p:nvSpPr>
          <p:spPr>
            <a:xfrm>
              <a:off x="1271464" y="4155238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(0,0)</a:t>
              </a:r>
              <a:endParaRPr lang="en-GB" dirty="0"/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3DEB8D98-132A-6BB8-9980-B3FD47139A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1464" y="6117621"/>
              <a:ext cx="9505056" cy="11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3898CDE-1AAE-CBB3-355C-CD49DC8B2F30}"/>
                </a:ext>
              </a:extLst>
            </p:cNvPr>
            <p:cNvSpPr txBox="1"/>
            <p:nvPr/>
          </p:nvSpPr>
          <p:spPr>
            <a:xfrm>
              <a:off x="10377180" y="6156012"/>
              <a:ext cx="7986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Stages</a:t>
              </a: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DC5D5E27-4086-62AA-2007-57CAE61471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7528" y="2388603"/>
              <a:ext cx="1620180" cy="1910648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6CDD8CF-3544-38A8-8D7B-D1F861E0C8FB}"/>
                </a:ext>
              </a:extLst>
            </p:cNvPr>
            <p:cNvSpPr txBox="1"/>
            <p:nvPr/>
          </p:nvSpPr>
          <p:spPr>
            <a:xfrm>
              <a:off x="2851383" y="1838750"/>
              <a:ext cx="1494320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0.08</a:t>
              </a:r>
            </a:p>
            <a:p>
              <a:r>
                <a:rPr lang="en-GB" sz="1100" dirty="0"/>
                <a:t>[100,100,100,100,100]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ADDA7E7-EA15-D7C9-57A5-8C7147554E02}"/>
                </a:ext>
              </a:extLst>
            </p:cNvPr>
            <p:cNvSpPr/>
            <p:nvPr/>
          </p:nvSpPr>
          <p:spPr>
            <a:xfrm>
              <a:off x="3467708" y="2244590"/>
              <a:ext cx="576064" cy="288025"/>
            </a:xfrm>
            <a:prstGeom prst="flowChartAlternate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(1,1)</a:t>
              </a:r>
              <a:endParaRPr lang="en-GB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9DC6289-77BE-FE9E-083C-5814E5B6828B}"/>
                </a:ext>
              </a:extLst>
            </p:cNvPr>
            <p:cNvSpPr/>
            <p:nvPr/>
          </p:nvSpPr>
          <p:spPr>
            <a:xfrm>
              <a:off x="3467708" y="3694043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(1,2)</a:t>
              </a:r>
              <a:endParaRPr lang="en-GB" dirty="0"/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8AF2811-1C19-90E4-5916-5C5E72CC09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7528" y="3838056"/>
              <a:ext cx="1620180" cy="46119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E68E9A8-5C94-1BA3-FDB1-4761788E3C68}"/>
                </a:ext>
              </a:extLst>
            </p:cNvPr>
            <p:cNvSpPr/>
            <p:nvPr/>
          </p:nvSpPr>
          <p:spPr>
            <a:xfrm>
              <a:off x="5280967" y="1337485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(2,1)</a:t>
              </a:r>
              <a:endParaRPr lang="en-GB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2B1C603-5E59-45E1-118F-208AAB265079}"/>
                </a:ext>
              </a:extLst>
            </p:cNvPr>
            <p:cNvSpPr/>
            <p:nvPr/>
          </p:nvSpPr>
          <p:spPr>
            <a:xfrm>
              <a:off x="5275547" y="3703751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(2,3)</a:t>
              </a:r>
              <a:endParaRPr lang="en-GB" dirty="0"/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B9E6FC8E-D84A-A5A2-881F-29E248DA3C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43772" y="1481498"/>
              <a:ext cx="1237195" cy="90710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3A0E1A6-44EB-DCF3-4F71-632D45F35AE2}"/>
                </a:ext>
              </a:extLst>
            </p:cNvPr>
            <p:cNvSpPr/>
            <p:nvPr/>
          </p:nvSpPr>
          <p:spPr>
            <a:xfrm>
              <a:off x="7392553" y="352148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(3,1)</a:t>
              </a:r>
              <a:endParaRPr lang="en-GB" dirty="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D2375C1-B927-DF62-FEC1-DF7788D715B2}"/>
                </a:ext>
              </a:extLst>
            </p:cNvPr>
            <p:cNvSpPr/>
            <p:nvPr/>
          </p:nvSpPr>
          <p:spPr>
            <a:xfrm>
              <a:off x="7392144" y="1480494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(3,2)</a:t>
              </a:r>
              <a:endParaRPr lang="en-GB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B11BAD2-6A52-9DDF-26EB-5F616524EBF3}"/>
                </a:ext>
              </a:extLst>
            </p:cNvPr>
            <p:cNvSpPr/>
            <p:nvPr/>
          </p:nvSpPr>
          <p:spPr>
            <a:xfrm>
              <a:off x="7442003" y="3718550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(3,4)</a:t>
              </a:r>
              <a:endParaRPr lang="en-GB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67A0105-AD10-A67E-698F-81E54CD7F679}"/>
                </a:ext>
              </a:extLst>
            </p:cNvPr>
            <p:cNvSpPr txBox="1"/>
            <p:nvPr/>
          </p:nvSpPr>
          <p:spPr>
            <a:xfrm>
              <a:off x="1199456" y="6156012"/>
              <a:ext cx="497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t=0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65C7901-22AF-213A-C9C5-C9F20C76C36A}"/>
                </a:ext>
              </a:extLst>
            </p:cNvPr>
            <p:cNvSpPr txBox="1"/>
            <p:nvPr/>
          </p:nvSpPr>
          <p:spPr>
            <a:xfrm>
              <a:off x="3280228" y="6139886"/>
              <a:ext cx="497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t=1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B655C31-7B87-3777-3B54-24D8E892A44F}"/>
                </a:ext>
              </a:extLst>
            </p:cNvPr>
            <p:cNvSpPr txBox="1"/>
            <p:nvPr/>
          </p:nvSpPr>
          <p:spPr>
            <a:xfrm>
              <a:off x="5361001" y="6117757"/>
              <a:ext cx="497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t=2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F225863-3091-0FEC-228A-8A37E8511707}"/>
                </a:ext>
              </a:extLst>
            </p:cNvPr>
            <p:cNvSpPr txBox="1"/>
            <p:nvPr/>
          </p:nvSpPr>
          <p:spPr>
            <a:xfrm>
              <a:off x="9522546" y="6139886"/>
              <a:ext cx="497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t=4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9F8F4FF-C176-7AFB-0819-EB34DB9E32A9}"/>
                </a:ext>
              </a:extLst>
            </p:cNvPr>
            <p:cNvSpPr/>
            <p:nvPr/>
          </p:nvSpPr>
          <p:spPr>
            <a:xfrm>
              <a:off x="9483549" y="322943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(4,1)</a:t>
              </a:r>
              <a:endParaRPr lang="en-GB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72DE2CED-881B-2794-5695-870477628D4F}"/>
                </a:ext>
              </a:extLst>
            </p:cNvPr>
            <p:cNvSpPr/>
            <p:nvPr/>
          </p:nvSpPr>
          <p:spPr>
            <a:xfrm>
              <a:off x="9483140" y="1451289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(4,2)</a:t>
              </a:r>
              <a:endParaRPr lang="en-GB" dirty="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D678C385-786F-388F-6693-22DEB9FB5186}"/>
                </a:ext>
              </a:extLst>
            </p:cNvPr>
            <p:cNvSpPr/>
            <p:nvPr/>
          </p:nvSpPr>
          <p:spPr>
            <a:xfrm>
              <a:off x="9608459" y="3370058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(4,4)</a:t>
              </a:r>
              <a:endParaRPr lang="en-GB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78D168D-3CDD-1914-4C1B-8F01A5134B70}"/>
                </a:ext>
              </a:extLst>
            </p:cNvPr>
            <p:cNvSpPr/>
            <p:nvPr/>
          </p:nvSpPr>
          <p:spPr>
            <a:xfrm>
              <a:off x="9648833" y="4027414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(4,5)</a:t>
              </a:r>
              <a:endParaRPr lang="en-GB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7DCB4E9-D464-9CAC-7083-1C0FE05160B9}"/>
                </a:ext>
              </a:extLst>
            </p:cNvPr>
            <p:cNvSpPr txBox="1"/>
            <p:nvPr/>
          </p:nvSpPr>
          <p:spPr>
            <a:xfrm>
              <a:off x="7441773" y="6105543"/>
              <a:ext cx="497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t=3</a:t>
              </a:r>
            </a:p>
          </p:txBody>
        </p:sp>
        <p:cxnSp>
          <p:nvCxnSpPr>
            <p:cNvPr id="39" name="直接连接符 30">
              <a:extLst>
                <a:ext uri="{FF2B5EF4-FFF2-40B4-BE49-F238E27FC236}">
                  <a16:creationId xmlns:a16="http://schemas.microsoft.com/office/drawing/2014/main" id="{76688B08-91D3-8860-FD21-D4B6C935DBEF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72" y="3838056"/>
              <a:ext cx="1231775" cy="9708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3" name="直接连接符 30">
              <a:extLst>
                <a:ext uri="{FF2B5EF4-FFF2-40B4-BE49-F238E27FC236}">
                  <a16:creationId xmlns:a16="http://schemas.microsoft.com/office/drawing/2014/main" id="{9CC19A5C-68DB-A7F9-B216-B7D284183119}"/>
                </a:ext>
              </a:extLst>
            </p:cNvPr>
            <p:cNvCxnSpPr>
              <a:cxnSpLocks/>
            </p:cNvCxnSpPr>
            <p:nvPr/>
          </p:nvCxnSpPr>
          <p:spPr>
            <a:xfrm>
              <a:off x="5851611" y="3847764"/>
              <a:ext cx="1590392" cy="14799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6" name="直接连接符 30">
              <a:extLst>
                <a:ext uri="{FF2B5EF4-FFF2-40B4-BE49-F238E27FC236}">
                  <a16:creationId xmlns:a16="http://schemas.microsoft.com/office/drawing/2014/main" id="{F09B664B-3D1F-FBDB-67E8-CA63CE2B84B1}"/>
                </a:ext>
              </a:extLst>
            </p:cNvPr>
            <p:cNvCxnSpPr>
              <a:cxnSpLocks/>
              <a:stCxn id="7" idx="3"/>
              <a:endCxn id="30" idx="1"/>
            </p:cNvCxnSpPr>
            <p:nvPr/>
          </p:nvCxnSpPr>
          <p:spPr>
            <a:xfrm flipV="1">
              <a:off x="8018067" y="3514071"/>
              <a:ext cx="1590392" cy="348492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9" name="直接连接符 30">
              <a:extLst>
                <a:ext uri="{FF2B5EF4-FFF2-40B4-BE49-F238E27FC236}">
                  <a16:creationId xmlns:a16="http://schemas.microsoft.com/office/drawing/2014/main" id="{285E4948-B71D-7DE9-02E8-38DEA1370BB7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8018067" y="3862563"/>
              <a:ext cx="1630766" cy="308864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2" name="直接连接符 30">
              <a:extLst>
                <a:ext uri="{FF2B5EF4-FFF2-40B4-BE49-F238E27FC236}">
                  <a16:creationId xmlns:a16="http://schemas.microsoft.com/office/drawing/2014/main" id="{EB3B8E6C-6E4B-8367-8742-CDC047AFC33A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V="1">
              <a:off x="5857031" y="496161"/>
              <a:ext cx="1535522" cy="985337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5" name="直接连接符 30">
              <a:extLst>
                <a:ext uri="{FF2B5EF4-FFF2-40B4-BE49-F238E27FC236}">
                  <a16:creationId xmlns:a16="http://schemas.microsoft.com/office/drawing/2014/main" id="{0EEAC7A1-3ED7-010A-E1E4-B5ED5F5E3ACF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5857031" y="1481498"/>
              <a:ext cx="1535113" cy="143009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5" name="直接连接符 30">
              <a:extLst>
                <a:ext uri="{FF2B5EF4-FFF2-40B4-BE49-F238E27FC236}">
                  <a16:creationId xmlns:a16="http://schemas.microsoft.com/office/drawing/2014/main" id="{E5912E1F-3F0A-CEF0-EF75-B7F1E9F6A4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8617" y="466956"/>
              <a:ext cx="1514932" cy="2920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9" name="直接连接符 30">
              <a:extLst>
                <a:ext uri="{FF2B5EF4-FFF2-40B4-BE49-F238E27FC236}">
                  <a16:creationId xmlns:a16="http://schemas.microsoft.com/office/drawing/2014/main" id="{B1429138-41DF-2390-65A2-63182A2C9F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8208" y="1595302"/>
              <a:ext cx="1514932" cy="2920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5" name="文本框 13">
              <a:extLst>
                <a:ext uri="{FF2B5EF4-FFF2-40B4-BE49-F238E27FC236}">
                  <a16:creationId xmlns:a16="http://schemas.microsoft.com/office/drawing/2014/main" id="{6913D2C4-CA6B-96FC-8E66-BB0FEF076A60}"/>
                </a:ext>
              </a:extLst>
            </p:cNvPr>
            <p:cNvSpPr txBox="1"/>
            <p:nvPr/>
          </p:nvSpPr>
          <p:spPr>
            <a:xfrm>
              <a:off x="3390995" y="3413186"/>
              <a:ext cx="436338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0.05</a:t>
              </a:r>
            </a:p>
          </p:txBody>
        </p:sp>
        <p:sp>
          <p:nvSpPr>
            <p:cNvPr id="76" name="文本框 13">
              <a:extLst>
                <a:ext uri="{FF2B5EF4-FFF2-40B4-BE49-F238E27FC236}">
                  <a16:creationId xmlns:a16="http://schemas.microsoft.com/office/drawing/2014/main" id="{8B441E53-82E7-776F-C582-BF029D20EBCC}"/>
                </a:ext>
              </a:extLst>
            </p:cNvPr>
            <p:cNvSpPr txBox="1"/>
            <p:nvPr/>
          </p:nvSpPr>
          <p:spPr>
            <a:xfrm>
              <a:off x="5288961" y="1062559"/>
              <a:ext cx="436338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0.07</a:t>
              </a:r>
            </a:p>
            <a:p>
              <a:endParaRPr lang="en-GB" sz="1100" dirty="0"/>
            </a:p>
          </p:txBody>
        </p:sp>
        <p:sp>
          <p:nvSpPr>
            <p:cNvPr id="77" name="文本框 13">
              <a:extLst>
                <a:ext uri="{FF2B5EF4-FFF2-40B4-BE49-F238E27FC236}">
                  <a16:creationId xmlns:a16="http://schemas.microsoft.com/office/drawing/2014/main" id="{0452E933-61F0-99C1-30A0-E14AE5A28558}"/>
                </a:ext>
              </a:extLst>
            </p:cNvPr>
            <p:cNvSpPr txBox="1"/>
            <p:nvPr/>
          </p:nvSpPr>
          <p:spPr>
            <a:xfrm>
              <a:off x="7354879" y="72098"/>
              <a:ext cx="436338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0.08</a:t>
              </a:r>
            </a:p>
            <a:p>
              <a:endParaRPr lang="en-GB" sz="1100" dirty="0"/>
            </a:p>
          </p:txBody>
        </p:sp>
        <p:sp>
          <p:nvSpPr>
            <p:cNvPr id="78" name="文本框 13">
              <a:extLst>
                <a:ext uri="{FF2B5EF4-FFF2-40B4-BE49-F238E27FC236}">
                  <a16:creationId xmlns:a16="http://schemas.microsoft.com/office/drawing/2014/main" id="{9FCEF08E-509A-1BB1-8145-359A80F1B97D}"/>
                </a:ext>
              </a:extLst>
            </p:cNvPr>
            <p:cNvSpPr txBox="1"/>
            <p:nvPr/>
          </p:nvSpPr>
          <p:spPr>
            <a:xfrm>
              <a:off x="9469602" y="47032"/>
              <a:ext cx="508473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0.075</a:t>
              </a:r>
            </a:p>
            <a:p>
              <a:endParaRPr lang="en-GB" sz="1100" dirty="0"/>
            </a:p>
          </p:txBody>
        </p:sp>
        <p:sp>
          <p:nvSpPr>
            <p:cNvPr id="80" name="文本框 13">
              <a:extLst>
                <a:ext uri="{FF2B5EF4-FFF2-40B4-BE49-F238E27FC236}">
                  <a16:creationId xmlns:a16="http://schemas.microsoft.com/office/drawing/2014/main" id="{0C65A737-6CEB-9557-78B4-534E97E4718A}"/>
                </a:ext>
              </a:extLst>
            </p:cNvPr>
            <p:cNvSpPr txBox="1"/>
            <p:nvPr/>
          </p:nvSpPr>
          <p:spPr>
            <a:xfrm>
              <a:off x="7375044" y="1162815"/>
              <a:ext cx="436338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0.06</a:t>
              </a:r>
            </a:p>
            <a:p>
              <a:endParaRPr lang="en-GB" sz="1100" dirty="0"/>
            </a:p>
          </p:txBody>
        </p:sp>
        <p:sp>
          <p:nvSpPr>
            <p:cNvPr id="81" name="文本框 13">
              <a:extLst>
                <a:ext uri="{FF2B5EF4-FFF2-40B4-BE49-F238E27FC236}">
                  <a16:creationId xmlns:a16="http://schemas.microsoft.com/office/drawing/2014/main" id="{46D0CC77-05C4-6101-8708-797EBCBCA669}"/>
                </a:ext>
              </a:extLst>
            </p:cNvPr>
            <p:cNvSpPr txBox="1"/>
            <p:nvPr/>
          </p:nvSpPr>
          <p:spPr>
            <a:xfrm>
              <a:off x="9430664" y="1175842"/>
              <a:ext cx="436338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0.05</a:t>
              </a:r>
            </a:p>
            <a:p>
              <a:endParaRPr lang="en-GB" sz="1100" dirty="0"/>
            </a:p>
          </p:txBody>
        </p:sp>
        <p:sp>
          <p:nvSpPr>
            <p:cNvPr id="85" name="文本框 13">
              <a:extLst>
                <a:ext uri="{FF2B5EF4-FFF2-40B4-BE49-F238E27FC236}">
                  <a16:creationId xmlns:a16="http://schemas.microsoft.com/office/drawing/2014/main" id="{CB579EEC-263E-A433-686B-26519AC017CA}"/>
                </a:ext>
              </a:extLst>
            </p:cNvPr>
            <p:cNvSpPr txBox="1"/>
            <p:nvPr/>
          </p:nvSpPr>
          <p:spPr>
            <a:xfrm>
              <a:off x="5246523" y="3446747"/>
              <a:ext cx="436338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0.06</a:t>
              </a:r>
            </a:p>
          </p:txBody>
        </p:sp>
        <p:sp>
          <p:nvSpPr>
            <p:cNvPr id="86" name="文本框 13">
              <a:extLst>
                <a:ext uri="{FF2B5EF4-FFF2-40B4-BE49-F238E27FC236}">
                  <a16:creationId xmlns:a16="http://schemas.microsoft.com/office/drawing/2014/main" id="{AA1BF5F1-DAC6-C9DE-6104-8119E1D0FBF9}"/>
                </a:ext>
              </a:extLst>
            </p:cNvPr>
            <p:cNvSpPr txBox="1"/>
            <p:nvPr/>
          </p:nvSpPr>
          <p:spPr>
            <a:xfrm>
              <a:off x="7406237" y="3257430"/>
              <a:ext cx="436338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0.08</a:t>
              </a:r>
            </a:p>
            <a:p>
              <a:endParaRPr lang="en-GB" sz="1100" dirty="0"/>
            </a:p>
          </p:txBody>
        </p:sp>
        <p:sp>
          <p:nvSpPr>
            <p:cNvPr id="87" name="文本框 13">
              <a:extLst>
                <a:ext uri="{FF2B5EF4-FFF2-40B4-BE49-F238E27FC236}">
                  <a16:creationId xmlns:a16="http://schemas.microsoft.com/office/drawing/2014/main" id="{80A9B98F-03E9-BB3C-B7D2-318180EDDD52}"/>
                </a:ext>
              </a:extLst>
            </p:cNvPr>
            <p:cNvSpPr txBox="1"/>
            <p:nvPr/>
          </p:nvSpPr>
          <p:spPr>
            <a:xfrm>
              <a:off x="9572693" y="3110857"/>
              <a:ext cx="436338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0.10</a:t>
              </a:r>
            </a:p>
            <a:p>
              <a:endParaRPr lang="en-GB" sz="1100" dirty="0"/>
            </a:p>
          </p:txBody>
        </p:sp>
        <p:sp>
          <p:nvSpPr>
            <p:cNvPr id="88" name="文本框 13">
              <a:extLst>
                <a:ext uri="{FF2B5EF4-FFF2-40B4-BE49-F238E27FC236}">
                  <a16:creationId xmlns:a16="http://schemas.microsoft.com/office/drawing/2014/main" id="{A6550631-0D5A-4CDA-20DF-BD961B5B2F1A}"/>
                </a:ext>
              </a:extLst>
            </p:cNvPr>
            <p:cNvSpPr txBox="1"/>
            <p:nvPr/>
          </p:nvSpPr>
          <p:spPr>
            <a:xfrm>
              <a:off x="9650938" y="3748057"/>
              <a:ext cx="436338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0.07</a:t>
              </a:r>
            </a:p>
            <a:p>
              <a:endParaRPr lang="en-GB" sz="1100" dirty="0"/>
            </a:p>
          </p:txBody>
        </p:sp>
        <p:sp>
          <p:nvSpPr>
            <p:cNvPr id="89" name="文本框 13">
              <a:extLst>
                <a:ext uri="{FF2B5EF4-FFF2-40B4-BE49-F238E27FC236}">
                  <a16:creationId xmlns:a16="http://schemas.microsoft.com/office/drawing/2014/main" id="{325D3C31-6D25-32B0-DFE4-A003E0FA9B93}"/>
                </a:ext>
              </a:extLst>
            </p:cNvPr>
            <p:cNvSpPr txBox="1"/>
            <p:nvPr/>
          </p:nvSpPr>
          <p:spPr>
            <a:xfrm>
              <a:off x="4521640" y="3852686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90" name="文本框 13">
              <a:extLst>
                <a:ext uri="{FF2B5EF4-FFF2-40B4-BE49-F238E27FC236}">
                  <a16:creationId xmlns:a16="http://schemas.microsoft.com/office/drawing/2014/main" id="{9189905D-E9E3-8730-4B98-E491B1E15719}"/>
                </a:ext>
              </a:extLst>
            </p:cNvPr>
            <p:cNvSpPr txBox="1"/>
            <p:nvPr/>
          </p:nvSpPr>
          <p:spPr>
            <a:xfrm>
              <a:off x="6609703" y="3830039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91" name="文本框 13">
              <a:extLst>
                <a:ext uri="{FF2B5EF4-FFF2-40B4-BE49-F238E27FC236}">
                  <a16:creationId xmlns:a16="http://schemas.microsoft.com/office/drawing/2014/main" id="{3E636823-32B5-03E0-8D8A-D52AEB4AD50A}"/>
                </a:ext>
              </a:extLst>
            </p:cNvPr>
            <p:cNvSpPr txBox="1"/>
            <p:nvPr/>
          </p:nvSpPr>
          <p:spPr>
            <a:xfrm>
              <a:off x="6595393" y="1268760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0.6</a:t>
              </a:r>
            </a:p>
          </p:txBody>
        </p:sp>
        <p:sp>
          <p:nvSpPr>
            <p:cNvPr id="93" name="文本框 13">
              <a:extLst>
                <a:ext uri="{FF2B5EF4-FFF2-40B4-BE49-F238E27FC236}">
                  <a16:creationId xmlns:a16="http://schemas.microsoft.com/office/drawing/2014/main" id="{20BECF36-2628-F29E-2BAD-91CE731C3868}"/>
                </a:ext>
              </a:extLst>
            </p:cNvPr>
            <p:cNvSpPr txBox="1"/>
            <p:nvPr/>
          </p:nvSpPr>
          <p:spPr>
            <a:xfrm>
              <a:off x="8725674" y="1321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94" name="文本框 13">
              <a:extLst>
                <a:ext uri="{FF2B5EF4-FFF2-40B4-BE49-F238E27FC236}">
                  <a16:creationId xmlns:a16="http://schemas.microsoft.com/office/drawing/2014/main" id="{64232636-4918-EFE0-E2C9-0E7B0739DF89}"/>
                </a:ext>
              </a:extLst>
            </p:cNvPr>
            <p:cNvSpPr txBox="1"/>
            <p:nvPr/>
          </p:nvSpPr>
          <p:spPr>
            <a:xfrm>
              <a:off x="8712296" y="23016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96" name="文本框 13">
              <a:extLst>
                <a:ext uri="{FF2B5EF4-FFF2-40B4-BE49-F238E27FC236}">
                  <a16:creationId xmlns:a16="http://schemas.microsoft.com/office/drawing/2014/main" id="{6EBAC785-61C1-C82F-483F-C132EF52A100}"/>
                </a:ext>
              </a:extLst>
            </p:cNvPr>
            <p:cNvSpPr txBox="1"/>
            <p:nvPr/>
          </p:nvSpPr>
          <p:spPr>
            <a:xfrm>
              <a:off x="2632575" y="2743362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0.6</a:t>
              </a:r>
            </a:p>
          </p:txBody>
        </p:sp>
        <p:sp>
          <p:nvSpPr>
            <p:cNvPr id="98" name="文本框 13">
              <a:extLst>
                <a:ext uri="{FF2B5EF4-FFF2-40B4-BE49-F238E27FC236}">
                  <a16:creationId xmlns:a16="http://schemas.microsoft.com/office/drawing/2014/main" id="{363C2CE7-05AF-C3DB-F73A-361DEFFF6E44}"/>
                </a:ext>
              </a:extLst>
            </p:cNvPr>
            <p:cNvSpPr txBox="1"/>
            <p:nvPr/>
          </p:nvSpPr>
          <p:spPr>
            <a:xfrm>
              <a:off x="8791036" y="3343698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0.1</a:t>
              </a:r>
            </a:p>
          </p:txBody>
        </p:sp>
        <p:sp>
          <p:nvSpPr>
            <p:cNvPr id="99" name="文本框 13">
              <a:extLst>
                <a:ext uri="{FF2B5EF4-FFF2-40B4-BE49-F238E27FC236}">
                  <a16:creationId xmlns:a16="http://schemas.microsoft.com/office/drawing/2014/main" id="{91CC2AAF-2B8E-E260-C9D9-A3E7F5897196}"/>
                </a:ext>
              </a:extLst>
            </p:cNvPr>
            <p:cNvSpPr txBox="1"/>
            <p:nvPr/>
          </p:nvSpPr>
          <p:spPr>
            <a:xfrm>
              <a:off x="4694666" y="1412776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0.5</a:t>
              </a:r>
            </a:p>
          </p:txBody>
        </p:sp>
        <p:cxnSp>
          <p:nvCxnSpPr>
            <p:cNvPr id="9" name="直接连接符 10">
              <a:extLst>
                <a:ext uri="{FF2B5EF4-FFF2-40B4-BE49-F238E27FC236}">
                  <a16:creationId xmlns:a16="http://schemas.microsoft.com/office/drawing/2014/main" id="{D9348218-C80B-0376-363B-8E2D7823C184}"/>
                </a:ext>
              </a:extLst>
            </p:cNvPr>
            <p:cNvCxnSpPr>
              <a:cxnSpLocks/>
            </p:cNvCxnSpPr>
            <p:nvPr/>
          </p:nvCxnSpPr>
          <p:spPr>
            <a:xfrm>
              <a:off x="1847528" y="4299251"/>
              <a:ext cx="1620180" cy="822086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3" name="矩形 14">
              <a:extLst>
                <a:ext uri="{FF2B5EF4-FFF2-40B4-BE49-F238E27FC236}">
                  <a16:creationId xmlns:a16="http://schemas.microsoft.com/office/drawing/2014/main" id="{FE99599E-62AF-CC09-AB07-5CD479545199}"/>
                </a:ext>
              </a:extLst>
            </p:cNvPr>
            <p:cNvSpPr/>
            <p:nvPr/>
          </p:nvSpPr>
          <p:spPr>
            <a:xfrm>
              <a:off x="3467708" y="4977324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(1,3)</a:t>
              </a:r>
              <a:endParaRPr lang="en-GB" dirty="0"/>
            </a:p>
          </p:txBody>
        </p:sp>
        <p:sp>
          <p:nvSpPr>
            <p:cNvPr id="34" name="矩形 24">
              <a:extLst>
                <a:ext uri="{FF2B5EF4-FFF2-40B4-BE49-F238E27FC236}">
                  <a16:creationId xmlns:a16="http://schemas.microsoft.com/office/drawing/2014/main" id="{21F6829F-FE09-58CB-DC10-9AA19A12C715}"/>
                </a:ext>
              </a:extLst>
            </p:cNvPr>
            <p:cNvSpPr/>
            <p:nvPr/>
          </p:nvSpPr>
          <p:spPr>
            <a:xfrm>
              <a:off x="5326272" y="2802749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(2,2)</a:t>
              </a:r>
              <a:endParaRPr lang="en-GB" dirty="0"/>
            </a:p>
          </p:txBody>
        </p:sp>
        <p:cxnSp>
          <p:nvCxnSpPr>
            <p:cNvPr id="35" name="直接连接符 30">
              <a:extLst>
                <a:ext uri="{FF2B5EF4-FFF2-40B4-BE49-F238E27FC236}">
                  <a16:creationId xmlns:a16="http://schemas.microsoft.com/office/drawing/2014/main" id="{5FE01ED1-5C2E-29F5-BFEA-9B89B0BC86F2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72" y="2388603"/>
              <a:ext cx="1282500" cy="558159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37" name="矩形 4">
              <a:extLst>
                <a:ext uri="{FF2B5EF4-FFF2-40B4-BE49-F238E27FC236}">
                  <a16:creationId xmlns:a16="http://schemas.microsoft.com/office/drawing/2014/main" id="{20DB3190-F122-3D8E-424A-5FFD77CFDEC0}"/>
                </a:ext>
              </a:extLst>
            </p:cNvPr>
            <p:cNvSpPr/>
            <p:nvPr/>
          </p:nvSpPr>
          <p:spPr>
            <a:xfrm>
              <a:off x="7486256" y="2532440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3,3)</a:t>
              </a:r>
              <a:endParaRPr lang="en-GB" dirty="0"/>
            </a:p>
          </p:txBody>
        </p:sp>
        <p:sp>
          <p:nvSpPr>
            <p:cNvPr id="38" name="矩形 28">
              <a:extLst>
                <a:ext uri="{FF2B5EF4-FFF2-40B4-BE49-F238E27FC236}">
                  <a16:creationId xmlns:a16="http://schemas.microsoft.com/office/drawing/2014/main" id="{CCA56D9B-CEB6-95BA-78C4-AA854DD75467}"/>
                </a:ext>
              </a:extLst>
            </p:cNvPr>
            <p:cNvSpPr/>
            <p:nvPr/>
          </p:nvSpPr>
          <p:spPr>
            <a:xfrm>
              <a:off x="9577252" y="2503235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(4,3)</a:t>
              </a:r>
              <a:endParaRPr lang="en-GB" dirty="0"/>
            </a:p>
          </p:txBody>
        </p:sp>
        <p:cxnSp>
          <p:nvCxnSpPr>
            <p:cNvPr id="40" name="直接连接符 30">
              <a:extLst>
                <a:ext uri="{FF2B5EF4-FFF2-40B4-BE49-F238E27FC236}">
                  <a16:creationId xmlns:a16="http://schemas.microsoft.com/office/drawing/2014/main" id="{C8EE3F70-A323-8BE8-AE88-530289B6B511}"/>
                </a:ext>
              </a:extLst>
            </p:cNvPr>
            <p:cNvCxnSpPr>
              <a:cxnSpLocks/>
              <a:endCxn id="37" idx="1"/>
            </p:cNvCxnSpPr>
            <p:nvPr/>
          </p:nvCxnSpPr>
          <p:spPr>
            <a:xfrm flipV="1">
              <a:off x="5902336" y="2676453"/>
              <a:ext cx="1583920" cy="270309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1" name="直接连接符 30">
              <a:extLst>
                <a:ext uri="{FF2B5EF4-FFF2-40B4-BE49-F238E27FC236}">
                  <a16:creationId xmlns:a16="http://schemas.microsoft.com/office/drawing/2014/main" id="{8EDCD7E2-0033-0471-C4C2-F86FF16FBC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62320" y="2647248"/>
              <a:ext cx="1514932" cy="29205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2" name="文本框 13">
              <a:extLst>
                <a:ext uri="{FF2B5EF4-FFF2-40B4-BE49-F238E27FC236}">
                  <a16:creationId xmlns:a16="http://schemas.microsoft.com/office/drawing/2014/main" id="{BF21FF13-30E6-98C1-557C-8EFD8AEC6EBC}"/>
                </a:ext>
              </a:extLst>
            </p:cNvPr>
            <p:cNvSpPr txBox="1"/>
            <p:nvPr/>
          </p:nvSpPr>
          <p:spPr>
            <a:xfrm>
              <a:off x="5271045" y="2549224"/>
              <a:ext cx="809837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100" dirty="0"/>
                <a:t>0.07</a:t>
              </a:r>
            </a:p>
            <a:p>
              <a:endParaRPr lang="en-GB" sz="1100" dirty="0"/>
            </a:p>
          </p:txBody>
        </p:sp>
        <p:sp>
          <p:nvSpPr>
            <p:cNvPr id="44" name="文本框 13">
              <a:extLst>
                <a:ext uri="{FF2B5EF4-FFF2-40B4-BE49-F238E27FC236}">
                  <a16:creationId xmlns:a16="http://schemas.microsoft.com/office/drawing/2014/main" id="{4C25FC92-C34E-215F-D7AF-D2FB13B3990D}"/>
                </a:ext>
              </a:extLst>
            </p:cNvPr>
            <p:cNvSpPr txBox="1"/>
            <p:nvPr/>
          </p:nvSpPr>
          <p:spPr>
            <a:xfrm>
              <a:off x="7438939" y="2268867"/>
              <a:ext cx="809837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100" dirty="0"/>
                <a:t>0.05</a:t>
              </a:r>
            </a:p>
            <a:p>
              <a:endParaRPr lang="en-GB" sz="1100" dirty="0"/>
            </a:p>
          </p:txBody>
        </p:sp>
        <p:sp>
          <p:nvSpPr>
            <p:cNvPr id="45" name="文本框 13">
              <a:extLst>
                <a:ext uri="{FF2B5EF4-FFF2-40B4-BE49-F238E27FC236}">
                  <a16:creationId xmlns:a16="http://schemas.microsoft.com/office/drawing/2014/main" id="{D8506003-6390-6E2B-341D-18F3B3E4DF54}"/>
                </a:ext>
              </a:extLst>
            </p:cNvPr>
            <p:cNvSpPr txBox="1"/>
            <p:nvPr/>
          </p:nvSpPr>
          <p:spPr>
            <a:xfrm>
              <a:off x="9563191" y="2244590"/>
              <a:ext cx="809837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100" dirty="0"/>
                <a:t>0.04</a:t>
              </a:r>
            </a:p>
            <a:p>
              <a:endParaRPr lang="en-GB" sz="1100" dirty="0"/>
            </a:p>
          </p:txBody>
        </p:sp>
        <p:sp>
          <p:nvSpPr>
            <p:cNvPr id="47" name="文本框 13">
              <a:extLst>
                <a:ext uri="{FF2B5EF4-FFF2-40B4-BE49-F238E27FC236}">
                  <a16:creationId xmlns:a16="http://schemas.microsoft.com/office/drawing/2014/main" id="{C5A27DAA-D90A-4D63-AF47-A29FFAF2A156}"/>
                </a:ext>
              </a:extLst>
            </p:cNvPr>
            <p:cNvSpPr txBox="1"/>
            <p:nvPr/>
          </p:nvSpPr>
          <p:spPr>
            <a:xfrm>
              <a:off x="6640698" y="2492896"/>
              <a:ext cx="2760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48" name="文本框 13">
              <a:extLst>
                <a:ext uri="{FF2B5EF4-FFF2-40B4-BE49-F238E27FC236}">
                  <a16:creationId xmlns:a16="http://schemas.microsoft.com/office/drawing/2014/main" id="{C5E6D010-3DBE-A470-1198-41993E13C969}"/>
                </a:ext>
              </a:extLst>
            </p:cNvPr>
            <p:cNvSpPr txBox="1"/>
            <p:nvPr/>
          </p:nvSpPr>
          <p:spPr>
            <a:xfrm>
              <a:off x="8770979" y="2420888"/>
              <a:ext cx="2760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50" name="文本框 13">
              <a:extLst>
                <a:ext uri="{FF2B5EF4-FFF2-40B4-BE49-F238E27FC236}">
                  <a16:creationId xmlns:a16="http://schemas.microsoft.com/office/drawing/2014/main" id="{EB446365-DD0A-E5B9-B058-3BDA7A57C2A6}"/>
                </a:ext>
              </a:extLst>
            </p:cNvPr>
            <p:cNvSpPr txBox="1"/>
            <p:nvPr/>
          </p:nvSpPr>
          <p:spPr>
            <a:xfrm>
              <a:off x="4635234" y="2420888"/>
              <a:ext cx="4154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0.5</a:t>
              </a:r>
            </a:p>
          </p:txBody>
        </p:sp>
        <p:sp>
          <p:nvSpPr>
            <p:cNvPr id="56" name="矩形 25">
              <a:extLst>
                <a:ext uri="{FF2B5EF4-FFF2-40B4-BE49-F238E27FC236}">
                  <a16:creationId xmlns:a16="http://schemas.microsoft.com/office/drawing/2014/main" id="{D1E1255D-2D3E-A424-E411-640DB8A9F950}"/>
                </a:ext>
              </a:extLst>
            </p:cNvPr>
            <p:cNvSpPr/>
            <p:nvPr/>
          </p:nvSpPr>
          <p:spPr>
            <a:xfrm>
              <a:off x="5261319" y="5003553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(2,4)</a:t>
              </a:r>
              <a:endParaRPr lang="en-GB" dirty="0"/>
            </a:p>
          </p:txBody>
        </p:sp>
        <p:sp>
          <p:nvSpPr>
            <p:cNvPr id="57" name="矩形 6">
              <a:extLst>
                <a:ext uri="{FF2B5EF4-FFF2-40B4-BE49-F238E27FC236}">
                  <a16:creationId xmlns:a16="http://schemas.microsoft.com/office/drawing/2014/main" id="{19E64C29-08E5-30AA-F3DD-8A3EA295B7D9}"/>
                </a:ext>
              </a:extLst>
            </p:cNvPr>
            <p:cNvSpPr/>
            <p:nvPr/>
          </p:nvSpPr>
          <p:spPr>
            <a:xfrm>
              <a:off x="7427775" y="5018352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(3,5)</a:t>
              </a:r>
              <a:endParaRPr lang="en-GB" dirty="0"/>
            </a:p>
          </p:txBody>
        </p:sp>
        <p:sp>
          <p:nvSpPr>
            <p:cNvPr id="58" name="矩形 29">
              <a:extLst>
                <a:ext uri="{FF2B5EF4-FFF2-40B4-BE49-F238E27FC236}">
                  <a16:creationId xmlns:a16="http://schemas.microsoft.com/office/drawing/2014/main" id="{B0F274B8-A5FF-DCCD-4F9A-55505A057B1A}"/>
                </a:ext>
              </a:extLst>
            </p:cNvPr>
            <p:cNvSpPr/>
            <p:nvPr/>
          </p:nvSpPr>
          <p:spPr>
            <a:xfrm>
              <a:off x="9651213" y="4692719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(4,6)</a:t>
              </a:r>
              <a:endParaRPr lang="en-GB" dirty="0"/>
            </a:p>
          </p:txBody>
        </p:sp>
        <p:sp>
          <p:nvSpPr>
            <p:cNvPr id="60" name="矩形 32">
              <a:extLst>
                <a:ext uri="{FF2B5EF4-FFF2-40B4-BE49-F238E27FC236}">
                  <a16:creationId xmlns:a16="http://schemas.microsoft.com/office/drawing/2014/main" id="{2FF68D6D-9EF7-CFC1-E3F6-5DC8DD3BA214}"/>
                </a:ext>
              </a:extLst>
            </p:cNvPr>
            <p:cNvSpPr/>
            <p:nvPr/>
          </p:nvSpPr>
          <p:spPr>
            <a:xfrm>
              <a:off x="9665265" y="5576304"/>
              <a:ext cx="576064" cy="28802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altLang="zh-CN" dirty="0"/>
                <a:t>(4,7)</a:t>
              </a:r>
              <a:endParaRPr lang="en-GB" dirty="0"/>
            </a:p>
          </p:txBody>
        </p:sp>
        <p:cxnSp>
          <p:nvCxnSpPr>
            <p:cNvPr id="61" name="直接连接符 30">
              <a:extLst>
                <a:ext uri="{FF2B5EF4-FFF2-40B4-BE49-F238E27FC236}">
                  <a16:creationId xmlns:a16="http://schemas.microsoft.com/office/drawing/2014/main" id="{9B84C167-844E-C62D-D6C1-326E5D9C3364}"/>
                </a:ext>
              </a:extLst>
            </p:cNvPr>
            <p:cNvCxnSpPr>
              <a:cxnSpLocks/>
            </p:cNvCxnSpPr>
            <p:nvPr/>
          </p:nvCxnSpPr>
          <p:spPr>
            <a:xfrm>
              <a:off x="4043772" y="5121337"/>
              <a:ext cx="1217547" cy="26229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3" name="直接连接符 30">
              <a:extLst>
                <a:ext uri="{FF2B5EF4-FFF2-40B4-BE49-F238E27FC236}">
                  <a16:creationId xmlns:a16="http://schemas.microsoft.com/office/drawing/2014/main" id="{FC908368-3320-4780-783B-4FC872F55883}"/>
                </a:ext>
              </a:extLst>
            </p:cNvPr>
            <p:cNvCxnSpPr>
              <a:cxnSpLocks/>
            </p:cNvCxnSpPr>
            <p:nvPr/>
          </p:nvCxnSpPr>
          <p:spPr>
            <a:xfrm>
              <a:off x="5837383" y="5147566"/>
              <a:ext cx="1590392" cy="14799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4" name="直接连接符 30">
              <a:extLst>
                <a:ext uri="{FF2B5EF4-FFF2-40B4-BE49-F238E27FC236}">
                  <a16:creationId xmlns:a16="http://schemas.microsoft.com/office/drawing/2014/main" id="{C50C1A5E-2D5B-A7BE-E06D-54C5D52FE785}"/>
                </a:ext>
              </a:extLst>
            </p:cNvPr>
            <p:cNvCxnSpPr>
              <a:cxnSpLocks/>
              <a:stCxn id="7" idx="3"/>
              <a:endCxn id="58" idx="1"/>
            </p:cNvCxnSpPr>
            <p:nvPr/>
          </p:nvCxnSpPr>
          <p:spPr>
            <a:xfrm>
              <a:off x="8018067" y="3862563"/>
              <a:ext cx="1633146" cy="974169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6" name="直接连接符 30">
              <a:extLst>
                <a:ext uri="{FF2B5EF4-FFF2-40B4-BE49-F238E27FC236}">
                  <a16:creationId xmlns:a16="http://schemas.microsoft.com/office/drawing/2014/main" id="{6B791091-34ED-CE02-AEAF-37BC99745DD6}"/>
                </a:ext>
              </a:extLst>
            </p:cNvPr>
            <p:cNvCxnSpPr>
              <a:cxnSpLocks/>
              <a:endCxn id="60" idx="1"/>
            </p:cNvCxnSpPr>
            <p:nvPr/>
          </p:nvCxnSpPr>
          <p:spPr>
            <a:xfrm>
              <a:off x="8003839" y="5162365"/>
              <a:ext cx="1661426" cy="557952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7" name="文本框 13">
              <a:extLst>
                <a:ext uri="{FF2B5EF4-FFF2-40B4-BE49-F238E27FC236}">
                  <a16:creationId xmlns:a16="http://schemas.microsoft.com/office/drawing/2014/main" id="{58C787AD-9ABF-B5F4-4287-D238C2596389}"/>
                </a:ext>
              </a:extLst>
            </p:cNvPr>
            <p:cNvSpPr txBox="1"/>
            <p:nvPr/>
          </p:nvSpPr>
          <p:spPr>
            <a:xfrm>
              <a:off x="5243900" y="4675786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100" dirty="0"/>
                <a:t>0.05</a:t>
              </a:r>
            </a:p>
          </p:txBody>
        </p:sp>
        <p:sp>
          <p:nvSpPr>
            <p:cNvPr id="68" name="文本框 13">
              <a:extLst>
                <a:ext uri="{FF2B5EF4-FFF2-40B4-BE49-F238E27FC236}">
                  <a16:creationId xmlns:a16="http://schemas.microsoft.com/office/drawing/2014/main" id="{E7835587-6FCE-C779-C5F7-DCE0FC6490A2}"/>
                </a:ext>
              </a:extLst>
            </p:cNvPr>
            <p:cNvSpPr txBox="1"/>
            <p:nvPr/>
          </p:nvSpPr>
          <p:spPr>
            <a:xfrm>
              <a:off x="7390853" y="4719134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100" dirty="0"/>
                <a:t>0.06</a:t>
              </a:r>
            </a:p>
          </p:txBody>
        </p:sp>
        <p:sp>
          <p:nvSpPr>
            <p:cNvPr id="70" name="文本框 13">
              <a:extLst>
                <a:ext uri="{FF2B5EF4-FFF2-40B4-BE49-F238E27FC236}">
                  <a16:creationId xmlns:a16="http://schemas.microsoft.com/office/drawing/2014/main" id="{F006316D-3DEC-76FC-1679-477B8E4AB0B5}"/>
                </a:ext>
              </a:extLst>
            </p:cNvPr>
            <p:cNvSpPr txBox="1"/>
            <p:nvPr/>
          </p:nvSpPr>
          <p:spPr>
            <a:xfrm>
              <a:off x="9648833" y="4395046"/>
              <a:ext cx="809837" cy="4308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100" dirty="0"/>
                <a:t>0.02</a:t>
              </a:r>
            </a:p>
            <a:p>
              <a:endParaRPr lang="en-GB" sz="1100" dirty="0"/>
            </a:p>
          </p:txBody>
        </p:sp>
        <p:sp>
          <p:nvSpPr>
            <p:cNvPr id="71" name="文本框 13">
              <a:extLst>
                <a:ext uri="{FF2B5EF4-FFF2-40B4-BE49-F238E27FC236}">
                  <a16:creationId xmlns:a16="http://schemas.microsoft.com/office/drawing/2014/main" id="{7B99BCB4-129B-68F4-B6FD-65789CD6EC77}"/>
                </a:ext>
              </a:extLst>
            </p:cNvPr>
            <p:cNvSpPr txBox="1"/>
            <p:nvPr/>
          </p:nvSpPr>
          <p:spPr>
            <a:xfrm>
              <a:off x="9648501" y="5333435"/>
              <a:ext cx="809837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100" dirty="0"/>
                <a:t>0.07</a:t>
              </a:r>
            </a:p>
          </p:txBody>
        </p:sp>
        <p:sp>
          <p:nvSpPr>
            <p:cNvPr id="72" name="文本框 13">
              <a:extLst>
                <a:ext uri="{FF2B5EF4-FFF2-40B4-BE49-F238E27FC236}">
                  <a16:creationId xmlns:a16="http://schemas.microsoft.com/office/drawing/2014/main" id="{2740767C-798F-DBA5-8344-72035279A69E}"/>
                </a:ext>
              </a:extLst>
            </p:cNvPr>
            <p:cNvSpPr txBox="1"/>
            <p:nvPr/>
          </p:nvSpPr>
          <p:spPr>
            <a:xfrm>
              <a:off x="4507412" y="4869160"/>
              <a:ext cx="2760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73" name="文本框 13">
              <a:extLst>
                <a:ext uri="{FF2B5EF4-FFF2-40B4-BE49-F238E27FC236}">
                  <a16:creationId xmlns:a16="http://schemas.microsoft.com/office/drawing/2014/main" id="{0EE174C2-2717-C921-5AA7-2775A81E26C6}"/>
                </a:ext>
              </a:extLst>
            </p:cNvPr>
            <p:cNvSpPr txBox="1"/>
            <p:nvPr/>
          </p:nvSpPr>
          <p:spPr>
            <a:xfrm>
              <a:off x="6595475" y="4869160"/>
              <a:ext cx="2760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74" name="文本框 13">
              <a:extLst>
                <a:ext uri="{FF2B5EF4-FFF2-40B4-BE49-F238E27FC236}">
                  <a16:creationId xmlns:a16="http://schemas.microsoft.com/office/drawing/2014/main" id="{FA9CF81F-9938-3133-3DF1-31B081CA802A}"/>
                </a:ext>
              </a:extLst>
            </p:cNvPr>
            <p:cNvSpPr txBox="1"/>
            <p:nvPr/>
          </p:nvSpPr>
          <p:spPr>
            <a:xfrm>
              <a:off x="8750407" y="5154405"/>
              <a:ext cx="4154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1</a:t>
              </a:r>
            </a:p>
          </p:txBody>
        </p:sp>
        <p:sp>
          <p:nvSpPr>
            <p:cNvPr id="104" name="文本框 13">
              <a:extLst>
                <a:ext uri="{FF2B5EF4-FFF2-40B4-BE49-F238E27FC236}">
                  <a16:creationId xmlns:a16="http://schemas.microsoft.com/office/drawing/2014/main" id="{E1D79E20-149C-D0D7-2D2C-EAD5FED3ADC6}"/>
                </a:ext>
              </a:extLst>
            </p:cNvPr>
            <p:cNvSpPr txBox="1"/>
            <p:nvPr/>
          </p:nvSpPr>
          <p:spPr>
            <a:xfrm>
              <a:off x="3473859" y="4722508"/>
              <a:ext cx="436338" cy="261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sz="1100" dirty="0"/>
                <a:t>0.04</a:t>
              </a:r>
            </a:p>
          </p:txBody>
        </p:sp>
        <p:sp>
          <p:nvSpPr>
            <p:cNvPr id="105" name="文本框 13">
              <a:extLst>
                <a:ext uri="{FF2B5EF4-FFF2-40B4-BE49-F238E27FC236}">
                  <a16:creationId xmlns:a16="http://schemas.microsoft.com/office/drawing/2014/main" id="{9872B9D3-9555-AF45-B94F-F9F231492B10}"/>
                </a:ext>
              </a:extLst>
            </p:cNvPr>
            <p:cNvSpPr txBox="1"/>
            <p:nvPr/>
          </p:nvSpPr>
          <p:spPr>
            <a:xfrm>
              <a:off x="2644072" y="3708673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0.2</a:t>
              </a:r>
            </a:p>
          </p:txBody>
        </p:sp>
        <p:sp>
          <p:nvSpPr>
            <p:cNvPr id="106" name="文本框 13">
              <a:extLst>
                <a:ext uri="{FF2B5EF4-FFF2-40B4-BE49-F238E27FC236}">
                  <a16:creationId xmlns:a16="http://schemas.microsoft.com/office/drawing/2014/main" id="{7D85CB97-C88C-4EDD-9774-BBB1C6D18E6C}"/>
                </a:ext>
              </a:extLst>
            </p:cNvPr>
            <p:cNvSpPr txBox="1"/>
            <p:nvPr/>
          </p:nvSpPr>
          <p:spPr>
            <a:xfrm>
              <a:off x="2632575" y="4489615"/>
              <a:ext cx="4154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0.2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5A44A2C-9E3C-4F7A-E68B-D448FEB10DA2}"/>
                    </a:ext>
                  </a:extLst>
                </p:cNvPr>
                <p:cNvSpPr txBox="1"/>
                <p:nvPr/>
              </p:nvSpPr>
              <p:spPr>
                <a:xfrm>
                  <a:off x="2305916" y="1413866"/>
                  <a:ext cx="706128" cy="31720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b="1" i="1" smtClean="0">
                                <a:solidFill>
                                  <a:srgbClr val="7030A0"/>
                                </a:solidFill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GB" sz="1400" b="1" i="0" kern="100">
                                <a:solidFill>
                                  <a:srgbClr val="7030A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𝐫</m:t>
                            </m:r>
                          </m:e>
                          <m:sub>
                            <m:r>
                              <a:rPr lang="en-GB" sz="1400" b="1" i="0" kern="100" smtClean="0">
                                <a:solidFill>
                                  <a:srgbClr val="7030A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𝟏</m:t>
                            </m:r>
                            <m:r>
                              <a:rPr lang="en-GB" sz="1400" b="1" i="0" kern="100">
                                <a:solidFill>
                                  <a:srgbClr val="7030A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GB" sz="1400" b="1" i="0" kern="100" smtClean="0">
                                <a:solidFill>
                                  <a:srgbClr val="7030A0"/>
                                </a:solidFill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GB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B5A44A2C-9E3C-4F7A-E68B-D448FEB10D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5916" y="1413866"/>
                  <a:ext cx="706128" cy="31720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20C92D02-BF64-AB0A-CD1B-FE49361D7355}"/>
                    </a:ext>
                  </a:extLst>
                </p:cNvPr>
                <p:cNvSpPr txBox="1"/>
                <p:nvPr/>
              </p:nvSpPr>
              <p:spPr>
                <a:xfrm>
                  <a:off x="2063552" y="1966360"/>
                  <a:ext cx="706128" cy="3441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GB" sz="1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1" i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lang="en-GB" sz="1400" b="1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1400" b="1" i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1400" b="1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1400" b="1" i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𝐢</m:t>
                            </m:r>
                          </m:sup>
                        </m:sSubSup>
                      </m:oMath>
                    </m:oMathPara>
                  </a14:m>
                  <a:endParaRPr lang="en-GB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20C92D02-BF64-AB0A-CD1B-FE49361D73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3552" y="1966360"/>
                  <a:ext cx="706128" cy="3441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D2BB19A3-90F2-DC4F-F137-E030E813E39D}"/>
                </a:ext>
              </a:extLst>
            </p:cNvPr>
            <p:cNvCxnSpPr>
              <a:cxnSpLocks/>
            </p:cNvCxnSpPr>
            <p:nvPr/>
          </p:nvCxnSpPr>
          <p:spPr>
            <a:xfrm>
              <a:off x="2803084" y="1623375"/>
              <a:ext cx="208960" cy="27350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AE45AD5B-4BAA-43EC-98FB-4794BDF91AAC}"/>
                </a:ext>
              </a:extLst>
            </p:cNvPr>
            <p:cNvCxnSpPr>
              <a:cxnSpLocks/>
            </p:cNvCxnSpPr>
            <p:nvPr/>
          </p:nvCxnSpPr>
          <p:spPr>
            <a:xfrm>
              <a:off x="2549022" y="2110449"/>
              <a:ext cx="388459" cy="38866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D817C3C-A1F9-BE90-E368-03F8A2777BBE}"/>
                </a:ext>
              </a:extLst>
            </p:cNvPr>
            <p:cNvSpPr txBox="1"/>
            <p:nvPr/>
          </p:nvSpPr>
          <p:spPr>
            <a:xfrm>
              <a:off x="864478" y="3679454"/>
              <a:ext cx="706128" cy="3172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b="1" dirty="0">
                  <a:solidFill>
                    <a:srgbClr val="7030A0"/>
                  </a:solidFill>
                </a:rPr>
                <a:t>(</a:t>
              </a:r>
              <a:r>
                <a:rPr lang="en-GB" sz="1400" b="1" dirty="0" err="1">
                  <a:solidFill>
                    <a:srgbClr val="7030A0"/>
                  </a:solidFill>
                </a:rPr>
                <a:t>t,k</a:t>
              </a:r>
              <a:r>
                <a:rPr lang="en-GB" sz="1400" b="1" dirty="0">
                  <a:solidFill>
                    <a:srgbClr val="7030A0"/>
                  </a:solidFill>
                </a:rPr>
                <a:t>)</a:t>
              </a: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B6297D12-F0DE-130C-FE36-94223DE2A680}"/>
                </a:ext>
              </a:extLst>
            </p:cNvPr>
            <p:cNvCxnSpPr>
              <a:cxnSpLocks/>
            </p:cNvCxnSpPr>
            <p:nvPr/>
          </p:nvCxnSpPr>
          <p:spPr>
            <a:xfrm>
              <a:off x="1269084" y="3859894"/>
              <a:ext cx="301522" cy="302576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13">
              <a:extLst>
                <a:ext uri="{FF2B5EF4-FFF2-40B4-BE49-F238E27FC236}">
                  <a16:creationId xmlns:a16="http://schemas.microsoft.com/office/drawing/2014/main" id="{58A47E00-8C14-77BF-C89A-FEF932CD5E1C}"/>
                </a:ext>
              </a:extLst>
            </p:cNvPr>
            <p:cNvSpPr txBox="1"/>
            <p:nvPr/>
          </p:nvSpPr>
          <p:spPr>
            <a:xfrm>
              <a:off x="8874344" y="3742556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0.7</a:t>
              </a:r>
            </a:p>
          </p:txBody>
        </p:sp>
        <p:sp>
          <p:nvSpPr>
            <p:cNvPr id="8" name="文本框 13">
              <a:extLst>
                <a:ext uri="{FF2B5EF4-FFF2-40B4-BE49-F238E27FC236}">
                  <a16:creationId xmlns:a16="http://schemas.microsoft.com/office/drawing/2014/main" id="{9B5667F5-2073-B163-1BD2-7C5936C959CB}"/>
                </a:ext>
              </a:extLst>
            </p:cNvPr>
            <p:cNvSpPr txBox="1"/>
            <p:nvPr/>
          </p:nvSpPr>
          <p:spPr>
            <a:xfrm>
              <a:off x="8929942" y="4210346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0.2</a:t>
              </a:r>
            </a:p>
          </p:txBody>
        </p:sp>
        <p:sp>
          <p:nvSpPr>
            <p:cNvPr id="12" name="文本框 13">
              <a:extLst>
                <a:ext uri="{FF2B5EF4-FFF2-40B4-BE49-F238E27FC236}">
                  <a16:creationId xmlns:a16="http://schemas.microsoft.com/office/drawing/2014/main" id="{92D27AF9-40E5-A5A2-29C9-E25D38AC9E0C}"/>
                </a:ext>
              </a:extLst>
            </p:cNvPr>
            <p:cNvSpPr txBox="1"/>
            <p:nvPr/>
          </p:nvSpPr>
          <p:spPr>
            <a:xfrm>
              <a:off x="6612050" y="548680"/>
              <a:ext cx="4154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0.4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6602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</Words>
  <Application>Microsoft Office PowerPoint</Application>
  <PresentationFormat>Widescreen</PresentationFormat>
  <Paragraphs>271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DengXian</vt:lpstr>
      <vt:lpstr>Arial</vt:lpstr>
      <vt:lpstr>Calibri</vt:lpstr>
      <vt:lpstr>Calibri Light</vt:lpstr>
      <vt:lpstr>Cambria Math</vt:lpstr>
      <vt:lpstr>Office 主题​​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ZHANG, REX (UG)</dc:creator>
  <cp:lastModifiedBy>c Zhang</cp:lastModifiedBy>
  <cp:revision>269</cp:revision>
  <dcterms:created xsi:type="dcterms:W3CDTF">2023-03-18T22:14:27Z</dcterms:created>
  <dcterms:modified xsi:type="dcterms:W3CDTF">2024-03-19T01:45:09Z</dcterms:modified>
</cp:coreProperties>
</file>